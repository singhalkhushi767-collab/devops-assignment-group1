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 id="2147483655" r:id="rId4"/>
    <p:sldMasterId id="2147483656" r:id="rId5"/>
    <p:sldMasterId id="214748365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5143500" cx="9144000"/>
  <p:notesSz cx="6858000" cy="9144000"/>
  <p:embeddedFontLst>
    <p:embeddedFont>
      <p:font typeface="Noto Sans Symbols"/>
      <p:regular r:id="rId33"/>
      <p:bold r:id="rId34"/>
    </p:embeddedFont>
    <p:embeddedFont>
      <p:font typeface="PT Sans"/>
      <p:regular r:id="rId35"/>
      <p:bold r:id="rId36"/>
      <p:italic r:id="rId37"/>
      <p:boldItalic r:id="rId38"/>
    </p:embeddedFont>
    <p:embeddedFont>
      <p:font typeface="Ex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Exo-bold.fntdata"/><Relationship Id="rId20" Type="http://schemas.openxmlformats.org/officeDocument/2006/relationships/slide" Target="slides/slide13.xml"/><Relationship Id="rId42" Type="http://schemas.openxmlformats.org/officeDocument/2006/relationships/font" Target="fonts/Exo-boldItalic.fntdata"/><Relationship Id="rId41" Type="http://schemas.openxmlformats.org/officeDocument/2006/relationships/font" Target="fonts/Exo-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NotoSansSymbols-regular.fntdata"/><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PTSans-regular.fntdata"/><Relationship Id="rId12" Type="http://schemas.openxmlformats.org/officeDocument/2006/relationships/slide" Target="slides/slide5.xml"/><Relationship Id="rId34" Type="http://schemas.openxmlformats.org/officeDocument/2006/relationships/font" Target="fonts/NotoSansSymbols-bold.fntdata"/><Relationship Id="rId15" Type="http://schemas.openxmlformats.org/officeDocument/2006/relationships/slide" Target="slides/slide8.xml"/><Relationship Id="rId37" Type="http://schemas.openxmlformats.org/officeDocument/2006/relationships/font" Target="fonts/PTSans-italic.fntdata"/><Relationship Id="rId14" Type="http://schemas.openxmlformats.org/officeDocument/2006/relationships/slide" Target="slides/slide7.xml"/><Relationship Id="rId36" Type="http://schemas.openxmlformats.org/officeDocument/2006/relationships/font" Target="fonts/PTSans-bold.fntdata"/><Relationship Id="rId17" Type="http://schemas.openxmlformats.org/officeDocument/2006/relationships/slide" Target="slides/slide10.xml"/><Relationship Id="rId39" Type="http://schemas.openxmlformats.org/officeDocument/2006/relationships/font" Target="fonts/Exo-regular.fntdata"/><Relationship Id="rId16" Type="http://schemas.openxmlformats.org/officeDocument/2006/relationships/slide" Target="slides/slide9.xml"/><Relationship Id="rId38" Type="http://schemas.openxmlformats.org/officeDocument/2006/relationships/font" Target="fonts/PTSans-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f54163ea94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3f54163ea9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f54163ea94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3f54163ea9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3f54163ea94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3f54163ea9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f54163ea9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3f54163ea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3f54163ea9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3f54163ea9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54163ea94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3f54163ea9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f54163ea94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3f54163ea9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f54163ea94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3f54163ea9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f54163ea94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3f54163ea9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f54163ea94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f54163ea9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f54163ea94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f54163ea9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f54163ea94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3f54163ea9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54163ea94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3f54163ea9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bit.ly/2Tynxth" TargetMode="External"/><Relationship Id="rId3" Type="http://schemas.openxmlformats.org/officeDocument/2006/relationships/hyperlink" Target="http://bit.ly/2TtBDfr"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bit.ly/2Tynxth" TargetMode="External"/><Relationship Id="rId3"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24" name="Shape 124"/>
        <p:cNvGrpSpPr/>
        <p:nvPr/>
      </p:nvGrpSpPr>
      <p:grpSpPr>
        <a:xfrm>
          <a:off x="0" y="0"/>
          <a:ext cx="0" cy="0"/>
          <a:chOff x="0" y="0"/>
          <a:chExt cx="0" cy="0"/>
        </a:xfrm>
      </p:grpSpPr>
      <p:sp>
        <p:nvSpPr>
          <p:cNvPr id="125" name="Google Shape;125;p2"/>
          <p:cNvSpPr txBox="1"/>
          <p:nvPr>
            <p:ph type="title"/>
          </p:nvPr>
        </p:nvSpPr>
        <p:spPr>
          <a:xfrm>
            <a:off x="2335680" y="758160"/>
            <a:ext cx="4472280" cy="955080"/>
          </a:xfrm>
          <a:prstGeom prst="rect">
            <a:avLst/>
          </a:prstGeom>
          <a:noFill/>
          <a:ln>
            <a:noFill/>
          </a:ln>
          <a:effectLst>
            <a:outerShdw blurRad="142920" rotWithShape="0">
              <a:srgbClr val="8FFFFF">
                <a:alpha val="38039"/>
              </a:srgbClr>
            </a:outerShdw>
          </a:effectLst>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6" type="blank">
  <p:cSld name="BLANK">
    <p:spTree>
      <p:nvGrpSpPr>
        <p:cNvPr id="228" name="Shape 22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308" name="Shape 308"/>
        <p:cNvGrpSpPr/>
        <p:nvPr/>
      </p:nvGrpSpPr>
      <p:grpSpPr>
        <a:xfrm>
          <a:off x="0" y="0"/>
          <a:ext cx="0" cy="0"/>
          <a:chOff x="0" y="0"/>
          <a:chExt cx="0" cy="0"/>
        </a:xfrm>
      </p:grpSpPr>
      <p:sp>
        <p:nvSpPr>
          <p:cNvPr id="309" name="Google Shape;309;p6"/>
          <p:cNvSpPr txBox="1"/>
          <p:nvPr>
            <p:ph type="title"/>
          </p:nvPr>
        </p:nvSpPr>
        <p:spPr>
          <a:xfrm>
            <a:off x="2335680" y="758160"/>
            <a:ext cx="4472280" cy="95508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0" name="Google Shape;310;p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9" type="blank">
  <p:cSld name="BLANK">
    <p:bg>
      <p:bgPr>
        <a:gradFill>
          <a:gsLst>
            <a:gs pos="0">
              <a:srgbClr val="1D2875"/>
            </a:gs>
            <a:gs pos="100000">
              <a:srgbClr val="000000"/>
            </a:gs>
          </a:gsLst>
          <a:path path="circle">
            <a:fillToRect b="50%" l="50%" r="50%" t="50%"/>
          </a:path>
          <a:tileRect/>
        </a:gradFill>
      </p:bgPr>
    </p:bg>
    <p:spTree>
      <p:nvGrpSpPr>
        <p:cNvPr id="312" name="Shape 312"/>
        <p:cNvGrpSpPr/>
        <p:nvPr/>
      </p:nvGrpSpPr>
      <p:grpSpPr>
        <a:xfrm>
          <a:off x="0" y="0"/>
          <a:ext cx="0" cy="0"/>
          <a:chOff x="0" y="0"/>
          <a:chExt cx="0" cy="0"/>
        </a:xfrm>
      </p:grpSpPr>
      <p:grpSp>
        <p:nvGrpSpPr>
          <p:cNvPr id="313" name="Google Shape;313;p8"/>
          <p:cNvGrpSpPr/>
          <p:nvPr/>
        </p:nvGrpSpPr>
        <p:grpSpPr>
          <a:xfrm>
            <a:off x="0" y="0"/>
            <a:ext cx="9143280" cy="5142960"/>
            <a:chOff x="0" y="0"/>
            <a:chExt cx="9143280" cy="5142960"/>
          </a:xfrm>
        </p:grpSpPr>
        <p:sp>
          <p:nvSpPr>
            <p:cNvPr id="314" name="Google Shape;314;p8"/>
            <p:cNvSpPr/>
            <p:nvPr/>
          </p:nvSpPr>
          <p:spPr>
            <a:xfrm>
              <a:off x="0" y="51328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5" name="Google Shape;315;p8"/>
            <p:cNvSpPr/>
            <p:nvPr/>
          </p:nvSpPr>
          <p:spPr>
            <a:xfrm>
              <a:off x="0" y="49942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6" name="Google Shape;316;p8"/>
            <p:cNvSpPr/>
            <p:nvPr/>
          </p:nvSpPr>
          <p:spPr>
            <a:xfrm>
              <a:off x="0" y="485532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7" name="Google Shape;317;p8"/>
            <p:cNvSpPr/>
            <p:nvPr/>
          </p:nvSpPr>
          <p:spPr>
            <a:xfrm>
              <a:off x="0" y="47163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8" name="Google Shape;318;p8"/>
            <p:cNvSpPr/>
            <p:nvPr/>
          </p:nvSpPr>
          <p:spPr>
            <a:xfrm>
              <a:off x="0" y="457848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9" name="Google Shape;319;p8"/>
            <p:cNvSpPr/>
            <p:nvPr/>
          </p:nvSpPr>
          <p:spPr>
            <a:xfrm>
              <a:off x="0" y="44395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0" name="Google Shape;320;p8"/>
            <p:cNvSpPr/>
            <p:nvPr/>
          </p:nvSpPr>
          <p:spPr>
            <a:xfrm>
              <a:off x="0" y="43009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1" name="Google Shape;321;p8"/>
            <p:cNvSpPr/>
            <p:nvPr/>
          </p:nvSpPr>
          <p:spPr>
            <a:xfrm>
              <a:off x="0" y="4161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2" name="Google Shape;322;p8"/>
            <p:cNvSpPr/>
            <p:nvPr/>
          </p:nvSpPr>
          <p:spPr>
            <a:xfrm>
              <a:off x="0" y="40230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3" name="Google Shape;323;p8"/>
            <p:cNvSpPr/>
            <p:nvPr/>
          </p:nvSpPr>
          <p:spPr>
            <a:xfrm>
              <a:off x="0" y="38844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4" name="Google Shape;324;p8"/>
            <p:cNvSpPr/>
            <p:nvPr/>
          </p:nvSpPr>
          <p:spPr>
            <a:xfrm>
              <a:off x="0" y="374544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5" name="Google Shape;325;p8"/>
            <p:cNvSpPr/>
            <p:nvPr/>
          </p:nvSpPr>
          <p:spPr>
            <a:xfrm>
              <a:off x="0" y="360756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6" name="Google Shape;326;p8"/>
            <p:cNvSpPr/>
            <p:nvPr/>
          </p:nvSpPr>
          <p:spPr>
            <a:xfrm>
              <a:off x="0" y="346860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7" name="Google Shape;327;p8"/>
            <p:cNvSpPr/>
            <p:nvPr/>
          </p:nvSpPr>
          <p:spPr>
            <a:xfrm>
              <a:off x="0" y="33296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8" name="Google Shape;328;p8"/>
            <p:cNvSpPr/>
            <p:nvPr/>
          </p:nvSpPr>
          <p:spPr>
            <a:xfrm>
              <a:off x="0" y="31910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9" name="Google Shape;329;p8"/>
            <p:cNvSpPr/>
            <p:nvPr/>
          </p:nvSpPr>
          <p:spPr>
            <a:xfrm>
              <a:off x="0" y="305208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0" name="Google Shape;330;p8"/>
            <p:cNvSpPr/>
            <p:nvPr/>
          </p:nvSpPr>
          <p:spPr>
            <a:xfrm>
              <a:off x="0" y="29131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1" name="Google Shape;331;p8"/>
            <p:cNvSpPr/>
            <p:nvPr/>
          </p:nvSpPr>
          <p:spPr>
            <a:xfrm>
              <a:off x="0" y="27741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2" name="Google Shape;332;p8"/>
            <p:cNvSpPr/>
            <p:nvPr/>
          </p:nvSpPr>
          <p:spPr>
            <a:xfrm>
              <a:off x="0" y="26362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3" name="Google Shape;333;p8"/>
            <p:cNvSpPr/>
            <p:nvPr/>
          </p:nvSpPr>
          <p:spPr>
            <a:xfrm>
              <a:off x="0" y="24976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4" name="Google Shape;334;p8"/>
            <p:cNvSpPr/>
            <p:nvPr/>
          </p:nvSpPr>
          <p:spPr>
            <a:xfrm>
              <a:off x="0" y="23587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5" name="Google Shape;335;p8"/>
            <p:cNvSpPr/>
            <p:nvPr/>
          </p:nvSpPr>
          <p:spPr>
            <a:xfrm>
              <a:off x="0" y="22197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6" name="Google Shape;336;p8"/>
            <p:cNvSpPr/>
            <p:nvPr/>
          </p:nvSpPr>
          <p:spPr>
            <a:xfrm>
              <a:off x="0" y="20808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7" name="Google Shape;337;p8"/>
            <p:cNvSpPr/>
            <p:nvPr/>
          </p:nvSpPr>
          <p:spPr>
            <a:xfrm>
              <a:off x="0" y="19422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8" name="Google Shape;338;p8"/>
            <p:cNvSpPr/>
            <p:nvPr/>
          </p:nvSpPr>
          <p:spPr>
            <a:xfrm>
              <a:off x="0" y="18043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9" name="Google Shape;339;p8"/>
            <p:cNvSpPr/>
            <p:nvPr/>
          </p:nvSpPr>
          <p:spPr>
            <a:xfrm>
              <a:off x="0" y="166536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0" name="Google Shape;340;p8"/>
            <p:cNvSpPr/>
            <p:nvPr/>
          </p:nvSpPr>
          <p:spPr>
            <a:xfrm>
              <a:off x="0" y="1526400"/>
              <a:ext cx="9143280" cy="9000"/>
            </a:xfrm>
            <a:custGeom>
              <a:rect b="b" l="l" r="r" t="t"/>
              <a:pathLst>
                <a:path extrusionOk="0" h="305" w="257969">
                  <a:moveTo>
                    <a:pt x="0" y="1"/>
                  </a:moveTo>
                  <a:lnTo>
                    <a:pt x="257969" y="1"/>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1" name="Google Shape;341;p8"/>
            <p:cNvSpPr/>
            <p:nvPr/>
          </p:nvSpPr>
          <p:spPr>
            <a:xfrm>
              <a:off x="0" y="13874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2" name="Google Shape;342;p8"/>
            <p:cNvSpPr/>
            <p:nvPr/>
          </p:nvSpPr>
          <p:spPr>
            <a:xfrm>
              <a:off x="0" y="12488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3" name="Google Shape;343;p8"/>
            <p:cNvSpPr/>
            <p:nvPr/>
          </p:nvSpPr>
          <p:spPr>
            <a:xfrm>
              <a:off x="0" y="110988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4" name="Google Shape;344;p8"/>
            <p:cNvSpPr/>
            <p:nvPr/>
          </p:nvSpPr>
          <p:spPr>
            <a:xfrm>
              <a:off x="0" y="9709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5" name="Google Shape;345;p8"/>
            <p:cNvSpPr/>
            <p:nvPr/>
          </p:nvSpPr>
          <p:spPr>
            <a:xfrm>
              <a:off x="0" y="8330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6" name="Google Shape;346;p8"/>
            <p:cNvSpPr/>
            <p:nvPr/>
          </p:nvSpPr>
          <p:spPr>
            <a:xfrm>
              <a:off x="0" y="6944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7" name="Google Shape;347;p8"/>
            <p:cNvSpPr/>
            <p:nvPr/>
          </p:nvSpPr>
          <p:spPr>
            <a:xfrm>
              <a:off x="0" y="55548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8" name="Google Shape;348;p8"/>
            <p:cNvSpPr/>
            <p:nvPr/>
          </p:nvSpPr>
          <p:spPr>
            <a:xfrm>
              <a:off x="0" y="4165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9" name="Google Shape;349;p8"/>
            <p:cNvSpPr/>
            <p:nvPr/>
          </p:nvSpPr>
          <p:spPr>
            <a:xfrm>
              <a:off x="0" y="2775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50" name="Google Shape;350;p8"/>
            <p:cNvSpPr/>
            <p:nvPr/>
          </p:nvSpPr>
          <p:spPr>
            <a:xfrm>
              <a:off x="0" y="138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51" name="Google Shape;351;p8"/>
            <p:cNvSpPr/>
            <p:nvPr/>
          </p:nvSpPr>
          <p:spPr>
            <a:xfrm>
              <a:off x="0" y="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352" name="Google Shape;352;p8"/>
          <p:cNvSpPr txBox="1"/>
          <p:nvPr>
            <p:ph type="title"/>
          </p:nvPr>
        </p:nvSpPr>
        <p:spPr>
          <a:xfrm>
            <a:off x="713160" y="1088640"/>
            <a:ext cx="4401360" cy="1198440"/>
          </a:xfrm>
          <a:prstGeom prst="rect">
            <a:avLst/>
          </a:prstGeom>
          <a:noFill/>
          <a:ln>
            <a:noFill/>
          </a:ln>
          <a:effectLst>
            <a:outerShdw blurRad="157320" rotWithShape="0">
              <a:srgbClr val="8FFFFF">
                <a:alpha val="40000"/>
              </a:srgbClr>
            </a:outerShdw>
          </a:effectLst>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353" name="Google Shape;353;p8"/>
          <p:cNvGrpSpPr/>
          <p:nvPr/>
        </p:nvGrpSpPr>
        <p:grpSpPr>
          <a:xfrm>
            <a:off x="8137440" y="-109440"/>
            <a:ext cx="586440" cy="1284120"/>
            <a:chOff x="8137440" y="-109440"/>
            <a:chExt cx="586440" cy="1284120"/>
          </a:xfrm>
        </p:grpSpPr>
        <p:sp>
          <p:nvSpPr>
            <p:cNvPr id="354" name="Google Shape;354;p8"/>
            <p:cNvSpPr/>
            <p:nvPr/>
          </p:nvSpPr>
          <p:spPr>
            <a:xfrm>
              <a:off x="8137440" y="-109440"/>
              <a:ext cx="586440" cy="1284120"/>
            </a:xfrm>
            <a:prstGeom prst="flowChartOffpageConnector">
              <a:avLst/>
            </a:prstGeom>
            <a:gradFill>
              <a:gsLst>
                <a:gs pos="0">
                  <a:srgbClr val="1D2875"/>
                </a:gs>
                <a:gs pos="100000">
                  <a:srgbClr val="151B46"/>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55" name="Google Shape;355;p8"/>
            <p:cNvGrpSpPr/>
            <p:nvPr/>
          </p:nvGrpSpPr>
          <p:grpSpPr>
            <a:xfrm>
              <a:off x="8309700" y="-108540"/>
              <a:ext cx="241560" cy="882360"/>
              <a:chOff x="8309700" y="-108540"/>
              <a:chExt cx="241560" cy="882360"/>
            </a:xfrm>
          </p:grpSpPr>
          <p:sp>
            <p:nvSpPr>
              <p:cNvPr id="356" name="Google Shape;356;p8"/>
              <p:cNvSpPr/>
              <p:nvPr/>
            </p:nvSpPr>
            <p:spPr>
              <a:xfrm rot="-5400000">
                <a:off x="8354520" y="57708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7" name="Google Shape;357;p8"/>
              <p:cNvSpPr/>
              <p:nvPr/>
            </p:nvSpPr>
            <p:spPr>
              <a:xfrm rot="-5400000">
                <a:off x="8355240" y="43020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8" name="Google Shape;358;p8"/>
              <p:cNvSpPr/>
              <p:nvPr/>
            </p:nvSpPr>
            <p:spPr>
              <a:xfrm rot="-5400000">
                <a:off x="8355240" y="28404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9" name="Google Shape;359;p8"/>
              <p:cNvSpPr/>
              <p:nvPr/>
            </p:nvSpPr>
            <p:spPr>
              <a:xfrm rot="-5400000">
                <a:off x="8355240" y="13788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0" name="Google Shape;360;p8"/>
              <p:cNvSpPr/>
              <p:nvPr/>
            </p:nvSpPr>
            <p:spPr>
              <a:xfrm rot="-5400000">
                <a:off x="8355240" y="-792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1" name="Google Shape;361;p8"/>
              <p:cNvSpPr/>
              <p:nvPr/>
            </p:nvSpPr>
            <p:spPr>
              <a:xfrm rot="-5400000">
                <a:off x="8355240" y="-15408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362" name="Google Shape;362;p8"/>
          <p:cNvGrpSpPr/>
          <p:nvPr/>
        </p:nvGrpSpPr>
        <p:grpSpPr>
          <a:xfrm>
            <a:off x="2517480" y="-116280"/>
            <a:ext cx="1520640" cy="301320"/>
            <a:chOff x="2517480" y="-116280"/>
            <a:chExt cx="1520640" cy="301320"/>
          </a:xfrm>
        </p:grpSpPr>
        <p:sp>
          <p:nvSpPr>
            <p:cNvPr id="363" name="Google Shape;363;p8"/>
            <p:cNvSpPr/>
            <p:nvPr/>
          </p:nvSpPr>
          <p:spPr>
            <a:xfrm>
              <a:off x="2611080" y="-69840"/>
              <a:ext cx="1335240" cy="209160"/>
            </a:xfrm>
            <a:custGeom>
              <a:rect b="b" l="l" r="r" t="t"/>
              <a:pathLst>
                <a:path extrusionOk="0" fill="none" h="6719" w="42863">
                  <a:moveTo>
                    <a:pt x="1" y="0"/>
                  </a:moveTo>
                  <a:lnTo>
                    <a:pt x="19064" y="0"/>
                  </a:lnTo>
                  <a:lnTo>
                    <a:pt x="25782" y="6718"/>
                  </a:lnTo>
                  <a:lnTo>
                    <a:pt x="42862" y="6718"/>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64" name="Google Shape;364;p8"/>
            <p:cNvSpPr/>
            <p:nvPr/>
          </p:nvSpPr>
          <p:spPr>
            <a:xfrm>
              <a:off x="3946680" y="93600"/>
              <a:ext cx="91440" cy="91440"/>
            </a:xfrm>
            <a:custGeom>
              <a:rect b="b" l="l" r="r" t="t"/>
              <a:pathLst>
                <a:path extrusionOk="0" fill="none" h="2951" w="2951">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65" name="Google Shape;365;p8"/>
            <p:cNvSpPr/>
            <p:nvPr/>
          </p:nvSpPr>
          <p:spPr>
            <a:xfrm>
              <a:off x="3970440" y="118440"/>
              <a:ext cx="42840" cy="42120"/>
            </a:xfrm>
            <a:custGeom>
              <a:rect b="b" l="l" r="r" t="t"/>
              <a:pathLst>
                <a:path extrusionOk="0" h="1365" w="1389">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6" name="Google Shape;366;p8"/>
            <p:cNvSpPr/>
            <p:nvPr/>
          </p:nvSpPr>
          <p:spPr>
            <a:xfrm>
              <a:off x="2517480" y="-116280"/>
              <a:ext cx="91440" cy="92520"/>
            </a:xfrm>
            <a:custGeom>
              <a:rect b="b" l="l" r="r" t="t"/>
              <a:pathLst>
                <a:path extrusionOk="0" fill="none" h="2976" w="2951">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cap="rnd" cmpd="sng" w="19050">
              <a:solidFill>
                <a:srgbClr val="95FFAE"/>
              </a:solidFill>
              <a:prstDash val="solid"/>
              <a:round/>
              <a:headEnd len="sm" w="sm" type="none"/>
              <a:tailEnd len="sm" w="sm" type="none"/>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67" name="Google Shape;367;p8"/>
            <p:cNvSpPr/>
            <p:nvPr/>
          </p:nvSpPr>
          <p:spPr>
            <a:xfrm>
              <a:off x="2541600" y="-91800"/>
              <a:ext cx="42840" cy="42840"/>
            </a:xfrm>
            <a:custGeom>
              <a:rect b="b" l="l" r="r" t="t"/>
              <a:pathLst>
                <a:path extrusionOk="0" h="1389" w="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68" name="Google Shape;368;p8"/>
          <p:cNvSpPr/>
          <p:nvPr/>
        </p:nvSpPr>
        <p:spPr>
          <a:xfrm rot="-5400000">
            <a:off x="341640" y="-348480"/>
            <a:ext cx="586440" cy="1284120"/>
          </a:xfrm>
          <a:prstGeom prst="flowChartOffpageConnector">
            <a:avLst/>
          </a:prstGeom>
          <a:gradFill>
            <a:gsLst>
              <a:gs pos="0">
                <a:srgbClr val="1D2875"/>
              </a:gs>
              <a:gs pos="100000">
                <a:srgbClr val="151B46"/>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69" name="Google Shape;369;p8"/>
          <p:cNvGrpSpPr/>
          <p:nvPr/>
        </p:nvGrpSpPr>
        <p:grpSpPr>
          <a:xfrm>
            <a:off x="4914000" y="675000"/>
            <a:ext cx="1252440" cy="50760"/>
            <a:chOff x="4914000" y="675000"/>
            <a:chExt cx="1252440" cy="50760"/>
          </a:xfrm>
        </p:grpSpPr>
        <p:sp>
          <p:nvSpPr>
            <p:cNvPr id="370" name="Google Shape;370;p8"/>
            <p:cNvSpPr/>
            <p:nvPr/>
          </p:nvSpPr>
          <p:spPr>
            <a:xfrm>
              <a:off x="491400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1" name="Google Shape;371;p8"/>
            <p:cNvSpPr/>
            <p:nvPr/>
          </p:nvSpPr>
          <p:spPr>
            <a:xfrm>
              <a:off x="500652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2" name="Google Shape;372;p8"/>
            <p:cNvSpPr/>
            <p:nvPr/>
          </p:nvSpPr>
          <p:spPr>
            <a:xfrm>
              <a:off x="509868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3" name="Google Shape;373;p8"/>
            <p:cNvSpPr/>
            <p:nvPr/>
          </p:nvSpPr>
          <p:spPr>
            <a:xfrm>
              <a:off x="519120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4" name="Google Shape;374;p8"/>
            <p:cNvSpPr/>
            <p:nvPr/>
          </p:nvSpPr>
          <p:spPr>
            <a:xfrm>
              <a:off x="528372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5" name="Google Shape;375;p8"/>
            <p:cNvSpPr/>
            <p:nvPr/>
          </p:nvSpPr>
          <p:spPr>
            <a:xfrm>
              <a:off x="537624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6" name="Google Shape;376;p8"/>
            <p:cNvSpPr/>
            <p:nvPr/>
          </p:nvSpPr>
          <p:spPr>
            <a:xfrm>
              <a:off x="546876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7" name="Google Shape;377;p8"/>
            <p:cNvSpPr/>
            <p:nvPr/>
          </p:nvSpPr>
          <p:spPr>
            <a:xfrm>
              <a:off x="556128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8" name="Google Shape;378;p8"/>
            <p:cNvSpPr/>
            <p:nvPr/>
          </p:nvSpPr>
          <p:spPr>
            <a:xfrm>
              <a:off x="565380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9" name="Google Shape;379;p8"/>
            <p:cNvSpPr/>
            <p:nvPr/>
          </p:nvSpPr>
          <p:spPr>
            <a:xfrm>
              <a:off x="574596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0" name="Google Shape;380;p8"/>
            <p:cNvSpPr/>
            <p:nvPr/>
          </p:nvSpPr>
          <p:spPr>
            <a:xfrm>
              <a:off x="583848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1" name="Google Shape;381;p8"/>
            <p:cNvSpPr/>
            <p:nvPr/>
          </p:nvSpPr>
          <p:spPr>
            <a:xfrm>
              <a:off x="593100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2" name="Google Shape;382;p8"/>
            <p:cNvSpPr/>
            <p:nvPr/>
          </p:nvSpPr>
          <p:spPr>
            <a:xfrm>
              <a:off x="602352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3" name="Google Shape;383;p8"/>
            <p:cNvSpPr/>
            <p:nvPr/>
          </p:nvSpPr>
          <p:spPr>
            <a:xfrm>
              <a:off x="6115680" y="675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84" name="Google Shape;384;p8"/>
          <p:cNvSpPr/>
          <p:nvPr/>
        </p:nvSpPr>
        <p:spPr>
          <a:xfrm rot="5400000">
            <a:off x="8208720" y="4204080"/>
            <a:ext cx="586440" cy="1284120"/>
          </a:xfrm>
          <a:prstGeom prst="flowChartOffpageConnector">
            <a:avLst/>
          </a:prstGeom>
          <a:gradFill>
            <a:gsLst>
              <a:gs pos="0">
                <a:srgbClr val="1D2875"/>
              </a:gs>
              <a:gs pos="100000">
                <a:srgbClr val="151B46"/>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5" name="Google Shape;385;p8"/>
          <p:cNvSpPr/>
          <p:nvPr/>
        </p:nvSpPr>
        <p:spPr>
          <a:xfrm rot="10800000">
            <a:off x="1362600" y="4240440"/>
            <a:ext cx="586440" cy="1284120"/>
          </a:xfrm>
          <a:prstGeom prst="flowChartOffpageConnector">
            <a:avLst/>
          </a:prstGeom>
          <a:gradFill>
            <a:gsLst>
              <a:gs pos="0">
                <a:srgbClr val="1D2875"/>
              </a:gs>
              <a:gs pos="100000">
                <a:srgbClr val="151B4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86" name="Google Shape;386;p8"/>
          <p:cNvGrpSpPr/>
          <p:nvPr/>
        </p:nvGrpSpPr>
        <p:grpSpPr>
          <a:xfrm>
            <a:off x="5600520" y="4993560"/>
            <a:ext cx="1520280" cy="301680"/>
            <a:chOff x="5600520" y="4993560"/>
            <a:chExt cx="1520280" cy="301680"/>
          </a:xfrm>
        </p:grpSpPr>
        <p:sp>
          <p:nvSpPr>
            <p:cNvPr id="387" name="Google Shape;387;p8"/>
            <p:cNvSpPr/>
            <p:nvPr/>
          </p:nvSpPr>
          <p:spPr>
            <a:xfrm>
              <a:off x="5693760" y="5040000"/>
              <a:ext cx="1335240" cy="209160"/>
            </a:xfrm>
            <a:custGeom>
              <a:rect b="b" l="l" r="r" t="t"/>
              <a:pathLst>
                <a:path extrusionOk="0" fill="none" h="6719" w="42863">
                  <a:moveTo>
                    <a:pt x="1" y="0"/>
                  </a:moveTo>
                  <a:lnTo>
                    <a:pt x="19064" y="0"/>
                  </a:lnTo>
                  <a:lnTo>
                    <a:pt x="25782" y="6718"/>
                  </a:lnTo>
                  <a:lnTo>
                    <a:pt x="42862" y="6718"/>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8" name="Google Shape;388;p8"/>
            <p:cNvSpPr/>
            <p:nvPr/>
          </p:nvSpPr>
          <p:spPr>
            <a:xfrm>
              <a:off x="7029360" y="5203800"/>
              <a:ext cx="91440" cy="91440"/>
            </a:xfrm>
            <a:custGeom>
              <a:rect b="b" l="l" r="r" t="t"/>
              <a:pathLst>
                <a:path extrusionOk="0" fill="none" h="2951" w="2951">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9" name="Google Shape;389;p8"/>
            <p:cNvSpPr/>
            <p:nvPr/>
          </p:nvSpPr>
          <p:spPr>
            <a:xfrm>
              <a:off x="7053480" y="5228640"/>
              <a:ext cx="42840" cy="42120"/>
            </a:xfrm>
            <a:custGeom>
              <a:rect b="b" l="l" r="r" t="t"/>
              <a:pathLst>
                <a:path extrusionOk="0" h="1365" w="1389">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0" name="Google Shape;390;p8"/>
            <p:cNvSpPr/>
            <p:nvPr/>
          </p:nvSpPr>
          <p:spPr>
            <a:xfrm>
              <a:off x="5600520" y="4993560"/>
              <a:ext cx="91440" cy="92520"/>
            </a:xfrm>
            <a:custGeom>
              <a:rect b="b" l="l" r="r" t="t"/>
              <a:pathLst>
                <a:path extrusionOk="0" fill="none" h="2976" w="2951">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cap="rnd" cmpd="sng" w="19050">
              <a:solidFill>
                <a:srgbClr val="95FFAE"/>
              </a:solidFill>
              <a:prstDash val="solid"/>
              <a:round/>
              <a:headEnd len="sm" w="sm" type="none"/>
              <a:tailEnd len="sm" w="sm" type="none"/>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91" name="Google Shape;391;p8"/>
            <p:cNvSpPr/>
            <p:nvPr/>
          </p:nvSpPr>
          <p:spPr>
            <a:xfrm>
              <a:off x="5624280" y="5018400"/>
              <a:ext cx="42840" cy="42840"/>
            </a:xfrm>
            <a:custGeom>
              <a:rect b="b" l="l" r="r" t="t"/>
              <a:pathLst>
                <a:path extrusionOk="0" h="1389" w="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392" name="Google Shape;392;p8"/>
          <p:cNvGrpSpPr/>
          <p:nvPr/>
        </p:nvGrpSpPr>
        <p:grpSpPr>
          <a:xfrm>
            <a:off x="-217800" y="2000520"/>
            <a:ext cx="552600" cy="98640"/>
            <a:chOff x="-217800" y="2000520"/>
            <a:chExt cx="552600" cy="98640"/>
          </a:xfrm>
        </p:grpSpPr>
        <p:sp>
          <p:nvSpPr>
            <p:cNvPr id="393" name="Google Shape;393;p8"/>
            <p:cNvSpPr/>
            <p:nvPr/>
          </p:nvSpPr>
          <p:spPr>
            <a:xfrm rot="5400000">
              <a:off x="236160" y="200052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94" name="Google Shape;394;p8"/>
            <p:cNvSpPr/>
            <p:nvPr/>
          </p:nvSpPr>
          <p:spPr>
            <a:xfrm rot="5400000">
              <a:off x="262800" y="202752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5" name="Google Shape;395;p8"/>
            <p:cNvSpPr/>
            <p:nvPr/>
          </p:nvSpPr>
          <p:spPr>
            <a:xfrm rot="5400000">
              <a:off x="-217800" y="200376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96" name="Google Shape;396;p8"/>
            <p:cNvSpPr/>
            <p:nvPr/>
          </p:nvSpPr>
          <p:spPr>
            <a:xfrm rot="5400000">
              <a:off x="-193680" y="202752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7" name="Google Shape;397;p8"/>
            <p:cNvSpPr/>
            <p:nvPr/>
          </p:nvSpPr>
          <p:spPr>
            <a:xfrm rot="5400000">
              <a:off x="58320" y="186480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398" name="Google Shape;398;p8"/>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2">
  <p:cSld name="BLANK_2">
    <p:bg>
      <p:bgPr>
        <a:gradFill>
          <a:gsLst>
            <a:gs pos="0">
              <a:srgbClr val="1D2875"/>
            </a:gs>
            <a:gs pos="100000">
              <a:srgbClr val="000000"/>
            </a:gs>
          </a:gsLst>
          <a:path path="circle">
            <a:fillToRect b="50%" l="50%" r="50%" t="50%"/>
          </a:path>
          <a:tileRect/>
        </a:gradFill>
      </p:bgPr>
    </p:bg>
    <p:spTree>
      <p:nvGrpSpPr>
        <p:cNvPr id="399" name="Shape 399"/>
        <p:cNvGrpSpPr/>
        <p:nvPr/>
      </p:nvGrpSpPr>
      <p:grpSpPr>
        <a:xfrm>
          <a:off x="0" y="0"/>
          <a:ext cx="0" cy="0"/>
          <a:chOff x="0" y="0"/>
          <a:chExt cx="0" cy="0"/>
        </a:xfrm>
      </p:grpSpPr>
      <p:grpSp>
        <p:nvGrpSpPr>
          <p:cNvPr id="400" name="Google Shape;400;p9"/>
          <p:cNvGrpSpPr/>
          <p:nvPr/>
        </p:nvGrpSpPr>
        <p:grpSpPr>
          <a:xfrm>
            <a:off x="0" y="0"/>
            <a:ext cx="9143280" cy="5142960"/>
            <a:chOff x="0" y="0"/>
            <a:chExt cx="9143280" cy="5142960"/>
          </a:xfrm>
        </p:grpSpPr>
        <p:sp>
          <p:nvSpPr>
            <p:cNvPr id="401" name="Google Shape;401;p9"/>
            <p:cNvSpPr/>
            <p:nvPr/>
          </p:nvSpPr>
          <p:spPr>
            <a:xfrm>
              <a:off x="0" y="51328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02" name="Google Shape;402;p9"/>
            <p:cNvSpPr/>
            <p:nvPr/>
          </p:nvSpPr>
          <p:spPr>
            <a:xfrm>
              <a:off x="0" y="49942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03" name="Google Shape;403;p9"/>
            <p:cNvSpPr/>
            <p:nvPr/>
          </p:nvSpPr>
          <p:spPr>
            <a:xfrm>
              <a:off x="0" y="485532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04" name="Google Shape;404;p9"/>
            <p:cNvSpPr/>
            <p:nvPr/>
          </p:nvSpPr>
          <p:spPr>
            <a:xfrm>
              <a:off x="0" y="47163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05" name="Google Shape;405;p9"/>
            <p:cNvSpPr/>
            <p:nvPr/>
          </p:nvSpPr>
          <p:spPr>
            <a:xfrm>
              <a:off x="0" y="457848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06" name="Google Shape;406;p9"/>
            <p:cNvSpPr/>
            <p:nvPr/>
          </p:nvSpPr>
          <p:spPr>
            <a:xfrm>
              <a:off x="0" y="44395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07" name="Google Shape;407;p9"/>
            <p:cNvSpPr/>
            <p:nvPr/>
          </p:nvSpPr>
          <p:spPr>
            <a:xfrm>
              <a:off x="0" y="43009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08" name="Google Shape;408;p9"/>
            <p:cNvSpPr/>
            <p:nvPr/>
          </p:nvSpPr>
          <p:spPr>
            <a:xfrm>
              <a:off x="0" y="4161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09" name="Google Shape;409;p9"/>
            <p:cNvSpPr/>
            <p:nvPr/>
          </p:nvSpPr>
          <p:spPr>
            <a:xfrm>
              <a:off x="0" y="40230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0" name="Google Shape;410;p9"/>
            <p:cNvSpPr/>
            <p:nvPr/>
          </p:nvSpPr>
          <p:spPr>
            <a:xfrm>
              <a:off x="0" y="38844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1" name="Google Shape;411;p9"/>
            <p:cNvSpPr/>
            <p:nvPr/>
          </p:nvSpPr>
          <p:spPr>
            <a:xfrm>
              <a:off x="0" y="374544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2" name="Google Shape;412;p9"/>
            <p:cNvSpPr/>
            <p:nvPr/>
          </p:nvSpPr>
          <p:spPr>
            <a:xfrm>
              <a:off x="0" y="360756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3" name="Google Shape;413;p9"/>
            <p:cNvSpPr/>
            <p:nvPr/>
          </p:nvSpPr>
          <p:spPr>
            <a:xfrm>
              <a:off x="0" y="346860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4" name="Google Shape;414;p9"/>
            <p:cNvSpPr/>
            <p:nvPr/>
          </p:nvSpPr>
          <p:spPr>
            <a:xfrm>
              <a:off x="0" y="33296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5" name="Google Shape;415;p9"/>
            <p:cNvSpPr/>
            <p:nvPr/>
          </p:nvSpPr>
          <p:spPr>
            <a:xfrm>
              <a:off x="0" y="31910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6" name="Google Shape;416;p9"/>
            <p:cNvSpPr/>
            <p:nvPr/>
          </p:nvSpPr>
          <p:spPr>
            <a:xfrm>
              <a:off x="0" y="305208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7" name="Google Shape;417;p9"/>
            <p:cNvSpPr/>
            <p:nvPr/>
          </p:nvSpPr>
          <p:spPr>
            <a:xfrm>
              <a:off x="0" y="29131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8" name="Google Shape;418;p9"/>
            <p:cNvSpPr/>
            <p:nvPr/>
          </p:nvSpPr>
          <p:spPr>
            <a:xfrm>
              <a:off x="0" y="27741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9" name="Google Shape;419;p9"/>
            <p:cNvSpPr/>
            <p:nvPr/>
          </p:nvSpPr>
          <p:spPr>
            <a:xfrm>
              <a:off x="0" y="26362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0" name="Google Shape;420;p9"/>
            <p:cNvSpPr/>
            <p:nvPr/>
          </p:nvSpPr>
          <p:spPr>
            <a:xfrm>
              <a:off x="0" y="24976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1" name="Google Shape;421;p9"/>
            <p:cNvSpPr/>
            <p:nvPr/>
          </p:nvSpPr>
          <p:spPr>
            <a:xfrm>
              <a:off x="0" y="23587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2" name="Google Shape;422;p9"/>
            <p:cNvSpPr/>
            <p:nvPr/>
          </p:nvSpPr>
          <p:spPr>
            <a:xfrm>
              <a:off x="0" y="22197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3" name="Google Shape;423;p9"/>
            <p:cNvSpPr/>
            <p:nvPr/>
          </p:nvSpPr>
          <p:spPr>
            <a:xfrm>
              <a:off x="0" y="20808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4" name="Google Shape;424;p9"/>
            <p:cNvSpPr/>
            <p:nvPr/>
          </p:nvSpPr>
          <p:spPr>
            <a:xfrm>
              <a:off x="0" y="19422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5" name="Google Shape;425;p9"/>
            <p:cNvSpPr/>
            <p:nvPr/>
          </p:nvSpPr>
          <p:spPr>
            <a:xfrm>
              <a:off x="0" y="18043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6" name="Google Shape;426;p9"/>
            <p:cNvSpPr/>
            <p:nvPr/>
          </p:nvSpPr>
          <p:spPr>
            <a:xfrm>
              <a:off x="0" y="166536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7" name="Google Shape;427;p9"/>
            <p:cNvSpPr/>
            <p:nvPr/>
          </p:nvSpPr>
          <p:spPr>
            <a:xfrm>
              <a:off x="0" y="1526400"/>
              <a:ext cx="9143280" cy="9000"/>
            </a:xfrm>
            <a:custGeom>
              <a:rect b="b" l="l" r="r" t="t"/>
              <a:pathLst>
                <a:path extrusionOk="0" h="305" w="257969">
                  <a:moveTo>
                    <a:pt x="0" y="1"/>
                  </a:moveTo>
                  <a:lnTo>
                    <a:pt x="257969" y="1"/>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8" name="Google Shape;428;p9"/>
            <p:cNvSpPr/>
            <p:nvPr/>
          </p:nvSpPr>
          <p:spPr>
            <a:xfrm>
              <a:off x="0" y="13874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9" name="Google Shape;429;p9"/>
            <p:cNvSpPr/>
            <p:nvPr/>
          </p:nvSpPr>
          <p:spPr>
            <a:xfrm>
              <a:off x="0" y="12488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0" name="Google Shape;430;p9"/>
            <p:cNvSpPr/>
            <p:nvPr/>
          </p:nvSpPr>
          <p:spPr>
            <a:xfrm>
              <a:off x="0" y="110988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1" name="Google Shape;431;p9"/>
            <p:cNvSpPr/>
            <p:nvPr/>
          </p:nvSpPr>
          <p:spPr>
            <a:xfrm>
              <a:off x="0" y="9709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2" name="Google Shape;432;p9"/>
            <p:cNvSpPr/>
            <p:nvPr/>
          </p:nvSpPr>
          <p:spPr>
            <a:xfrm>
              <a:off x="0" y="8330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3" name="Google Shape;433;p9"/>
            <p:cNvSpPr/>
            <p:nvPr/>
          </p:nvSpPr>
          <p:spPr>
            <a:xfrm>
              <a:off x="0" y="6944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4" name="Google Shape;434;p9"/>
            <p:cNvSpPr/>
            <p:nvPr/>
          </p:nvSpPr>
          <p:spPr>
            <a:xfrm>
              <a:off x="0" y="55548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5" name="Google Shape;435;p9"/>
            <p:cNvSpPr/>
            <p:nvPr/>
          </p:nvSpPr>
          <p:spPr>
            <a:xfrm>
              <a:off x="0" y="4165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6" name="Google Shape;436;p9"/>
            <p:cNvSpPr/>
            <p:nvPr/>
          </p:nvSpPr>
          <p:spPr>
            <a:xfrm>
              <a:off x="0" y="2775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7" name="Google Shape;437;p9"/>
            <p:cNvSpPr/>
            <p:nvPr/>
          </p:nvSpPr>
          <p:spPr>
            <a:xfrm>
              <a:off x="0" y="138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8" name="Google Shape;438;p9"/>
            <p:cNvSpPr/>
            <p:nvPr/>
          </p:nvSpPr>
          <p:spPr>
            <a:xfrm>
              <a:off x="0" y="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439" name="Google Shape;439;p9"/>
          <p:cNvSpPr txBox="1"/>
          <p:nvPr>
            <p:ph type="title"/>
          </p:nvPr>
        </p:nvSpPr>
        <p:spPr>
          <a:xfrm>
            <a:off x="2335680" y="758160"/>
            <a:ext cx="4472280" cy="955080"/>
          </a:xfrm>
          <a:prstGeom prst="rect">
            <a:avLst/>
          </a:prstGeom>
          <a:noFill/>
          <a:ln>
            <a:noFill/>
          </a:ln>
          <a:effectLst>
            <a:outerShdw blurRad="142920" rotWithShape="0">
              <a:srgbClr val="8FFFFF">
                <a:alpha val="40000"/>
              </a:srgbClr>
            </a:outerShdw>
          </a:effectLst>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40" name="Google Shape;440;p9"/>
          <p:cNvSpPr/>
          <p:nvPr/>
        </p:nvSpPr>
        <p:spPr>
          <a:xfrm>
            <a:off x="2532600" y="3327840"/>
            <a:ext cx="4078800" cy="6411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200" u="none" strike="noStrike">
                <a:solidFill>
                  <a:schemeClr val="accent2"/>
                </a:solidFill>
                <a:latin typeface="PT Sans"/>
                <a:ea typeface="PT Sans"/>
                <a:cs typeface="PT Sans"/>
                <a:sym typeface="PT Sans"/>
              </a:rPr>
              <a:t>Credits:</a:t>
            </a:r>
            <a:r>
              <a:rPr b="0" lang="en-US" sz="1200" u="none" strike="noStrike">
                <a:solidFill>
                  <a:schemeClr val="accent2"/>
                </a:solidFill>
                <a:latin typeface="PT Sans"/>
                <a:ea typeface="PT Sans"/>
                <a:cs typeface="PT Sans"/>
                <a:sym typeface="PT Sans"/>
              </a:rPr>
              <a:t> </a:t>
            </a:r>
            <a:r>
              <a:rPr b="0" lang="en-US" sz="1200" u="none" strike="noStrike">
                <a:solidFill>
                  <a:schemeClr val="lt1"/>
                </a:solidFill>
                <a:latin typeface="PT Sans"/>
                <a:ea typeface="PT Sans"/>
                <a:cs typeface="PT Sans"/>
                <a:sym typeface="PT Sans"/>
              </a:rPr>
              <a:t>This presentation template was created by </a:t>
            </a:r>
            <a:r>
              <a:rPr b="1" lang="en-US" sz="1200" u="sng" strike="noStrike">
                <a:solidFill>
                  <a:schemeClr val="hlink"/>
                </a:solidFill>
                <a:latin typeface="PT Sans"/>
                <a:ea typeface="PT Sans"/>
                <a:cs typeface="PT Sans"/>
                <a:sym typeface="PT Sans"/>
                <a:hlinkClick r:id="rId2"/>
              </a:rPr>
              <a:t>Slidesgo</a:t>
            </a:r>
            <a:r>
              <a:rPr b="0" lang="en-US" sz="1200" u="none" strike="noStrike">
                <a:solidFill>
                  <a:schemeClr val="lt1"/>
                </a:solidFill>
                <a:latin typeface="PT Sans"/>
                <a:ea typeface="PT Sans"/>
                <a:cs typeface="PT Sans"/>
                <a:sym typeface="PT Sans"/>
              </a:rPr>
              <a:t>, including icons, infographics &amp; images by </a:t>
            </a:r>
            <a:r>
              <a:rPr b="1" lang="en-US" sz="1200" u="sng" strike="noStrike">
                <a:solidFill>
                  <a:schemeClr val="hlink"/>
                </a:solidFill>
                <a:latin typeface="PT Sans"/>
                <a:ea typeface="PT Sans"/>
                <a:cs typeface="PT Sans"/>
                <a:sym typeface="PT Sans"/>
                <a:hlinkClick r:id="rId3"/>
              </a:rPr>
              <a:t>Freepik</a:t>
            </a:r>
            <a:endParaRPr b="0" sz="1200" u="none" strike="noStrike">
              <a:solidFill>
                <a:srgbClr val="FFFFFF"/>
              </a:solidFill>
              <a:latin typeface="Noto Sans Symbols"/>
              <a:ea typeface="Noto Sans Symbols"/>
              <a:cs typeface="Noto Sans Symbols"/>
              <a:sym typeface="Noto Sans Symbols"/>
            </a:endParaRPr>
          </a:p>
        </p:txBody>
      </p:sp>
      <p:sp>
        <p:nvSpPr>
          <p:cNvPr id="441" name="Google Shape;441;p9"/>
          <p:cNvSpPr/>
          <p:nvPr/>
        </p:nvSpPr>
        <p:spPr>
          <a:xfrm rot="10800000">
            <a:off x="360" y="3859560"/>
            <a:ext cx="586440" cy="1284120"/>
          </a:xfrm>
          <a:prstGeom prst="flowChartOffpageConnector">
            <a:avLst/>
          </a:prstGeom>
          <a:gradFill>
            <a:gsLst>
              <a:gs pos="0">
                <a:srgbClr val="1D2875"/>
              </a:gs>
              <a:gs pos="100000">
                <a:srgbClr val="151B4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42" name="Google Shape;442;p9"/>
          <p:cNvGrpSpPr/>
          <p:nvPr/>
        </p:nvGrpSpPr>
        <p:grpSpPr>
          <a:xfrm>
            <a:off x="0" y="607320"/>
            <a:ext cx="1284120" cy="586440"/>
            <a:chOff x="0" y="607320"/>
            <a:chExt cx="1284120" cy="586440"/>
          </a:xfrm>
        </p:grpSpPr>
        <p:sp>
          <p:nvSpPr>
            <p:cNvPr id="443" name="Google Shape;443;p9"/>
            <p:cNvSpPr/>
            <p:nvPr/>
          </p:nvSpPr>
          <p:spPr>
            <a:xfrm rot="-5400000">
              <a:off x="348840" y="258480"/>
              <a:ext cx="586440" cy="1284120"/>
            </a:xfrm>
            <a:prstGeom prst="flowChartOffpageConnector">
              <a:avLst/>
            </a:prstGeom>
            <a:gradFill>
              <a:gsLst>
                <a:gs pos="0">
                  <a:srgbClr val="1D2875"/>
                </a:gs>
                <a:gs pos="100000">
                  <a:srgbClr val="151B46"/>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44" name="Google Shape;444;p9"/>
            <p:cNvGrpSpPr/>
            <p:nvPr/>
          </p:nvGrpSpPr>
          <p:grpSpPr>
            <a:xfrm>
              <a:off x="360" y="779760"/>
              <a:ext cx="882720" cy="241560"/>
              <a:chOff x="360" y="779760"/>
              <a:chExt cx="882720" cy="241560"/>
            </a:xfrm>
          </p:grpSpPr>
          <p:sp>
            <p:nvSpPr>
              <p:cNvPr id="445" name="Google Shape;445;p9"/>
              <p:cNvSpPr/>
              <p:nvPr/>
            </p:nvSpPr>
            <p:spPr>
              <a:xfrm rot="10800000">
                <a:off x="731160" y="77976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6" name="Google Shape;446;p9"/>
              <p:cNvSpPr/>
              <p:nvPr/>
            </p:nvSpPr>
            <p:spPr>
              <a:xfrm rot="10800000">
                <a:off x="585360" y="77976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7" name="Google Shape;447;p9"/>
              <p:cNvSpPr/>
              <p:nvPr/>
            </p:nvSpPr>
            <p:spPr>
              <a:xfrm rot="10800000">
                <a:off x="439200" y="77976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8" name="Google Shape;448;p9"/>
              <p:cNvSpPr/>
              <p:nvPr/>
            </p:nvSpPr>
            <p:spPr>
              <a:xfrm rot="10800000">
                <a:off x="293040" y="7797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9" name="Google Shape;449;p9"/>
              <p:cNvSpPr/>
              <p:nvPr/>
            </p:nvSpPr>
            <p:spPr>
              <a:xfrm rot="10800000">
                <a:off x="146880" y="77976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0" name="Google Shape;450;p9"/>
              <p:cNvSpPr/>
              <p:nvPr/>
            </p:nvSpPr>
            <p:spPr>
              <a:xfrm rot="10800000">
                <a:off x="360" y="7797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451" name="Google Shape;451;p9"/>
          <p:cNvGrpSpPr/>
          <p:nvPr/>
        </p:nvGrpSpPr>
        <p:grpSpPr>
          <a:xfrm>
            <a:off x="2619000" y="4981320"/>
            <a:ext cx="1520280" cy="301680"/>
            <a:chOff x="2619000" y="4981320"/>
            <a:chExt cx="1520280" cy="301680"/>
          </a:xfrm>
        </p:grpSpPr>
        <p:sp>
          <p:nvSpPr>
            <p:cNvPr id="452" name="Google Shape;452;p9"/>
            <p:cNvSpPr/>
            <p:nvPr/>
          </p:nvSpPr>
          <p:spPr>
            <a:xfrm>
              <a:off x="2712240" y="5027760"/>
              <a:ext cx="1335240" cy="209160"/>
            </a:xfrm>
            <a:custGeom>
              <a:rect b="b" l="l" r="r" t="t"/>
              <a:pathLst>
                <a:path extrusionOk="0" fill="none" h="6719" w="42863">
                  <a:moveTo>
                    <a:pt x="1" y="0"/>
                  </a:moveTo>
                  <a:lnTo>
                    <a:pt x="19064" y="0"/>
                  </a:lnTo>
                  <a:lnTo>
                    <a:pt x="25782" y="6718"/>
                  </a:lnTo>
                  <a:lnTo>
                    <a:pt x="42862" y="6718"/>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3" name="Google Shape;453;p9"/>
            <p:cNvSpPr/>
            <p:nvPr/>
          </p:nvSpPr>
          <p:spPr>
            <a:xfrm>
              <a:off x="4047840" y="5191560"/>
              <a:ext cx="91440" cy="91440"/>
            </a:xfrm>
            <a:custGeom>
              <a:rect b="b" l="l" r="r" t="t"/>
              <a:pathLst>
                <a:path extrusionOk="0" fill="none" h="2951" w="2951">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4" name="Google Shape;454;p9"/>
            <p:cNvSpPr/>
            <p:nvPr/>
          </p:nvSpPr>
          <p:spPr>
            <a:xfrm>
              <a:off x="4071960" y="5216040"/>
              <a:ext cx="42840" cy="42120"/>
            </a:xfrm>
            <a:custGeom>
              <a:rect b="b" l="l" r="r" t="t"/>
              <a:pathLst>
                <a:path extrusionOk="0" h="1365" w="1389">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5" name="Google Shape;455;p9"/>
            <p:cNvSpPr/>
            <p:nvPr/>
          </p:nvSpPr>
          <p:spPr>
            <a:xfrm>
              <a:off x="2619000" y="4981320"/>
              <a:ext cx="91440" cy="92520"/>
            </a:xfrm>
            <a:custGeom>
              <a:rect b="b" l="l" r="r" t="t"/>
              <a:pathLst>
                <a:path extrusionOk="0" fill="none" h="2976" w="2951">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cap="rnd" cmpd="sng" w="19050">
              <a:solidFill>
                <a:srgbClr val="95FFAE"/>
              </a:solidFill>
              <a:prstDash val="solid"/>
              <a:round/>
              <a:headEnd len="sm" w="sm" type="none"/>
              <a:tailEnd len="sm" w="sm" type="none"/>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6" name="Google Shape;456;p9"/>
            <p:cNvSpPr/>
            <p:nvPr/>
          </p:nvSpPr>
          <p:spPr>
            <a:xfrm>
              <a:off x="2642760" y="5006160"/>
              <a:ext cx="42840" cy="42840"/>
            </a:xfrm>
            <a:custGeom>
              <a:rect b="b" l="l" r="r" t="t"/>
              <a:pathLst>
                <a:path extrusionOk="0" h="1389" w="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457" name="Google Shape;457;p9"/>
          <p:cNvGrpSpPr/>
          <p:nvPr/>
        </p:nvGrpSpPr>
        <p:grpSpPr>
          <a:xfrm>
            <a:off x="-141480" y="2076840"/>
            <a:ext cx="552600" cy="98640"/>
            <a:chOff x="-141480" y="2076840"/>
            <a:chExt cx="552600" cy="98640"/>
          </a:xfrm>
        </p:grpSpPr>
        <p:sp>
          <p:nvSpPr>
            <p:cNvPr id="458" name="Google Shape;458;p9"/>
            <p:cNvSpPr/>
            <p:nvPr/>
          </p:nvSpPr>
          <p:spPr>
            <a:xfrm rot="5400000">
              <a:off x="312480" y="207684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9" name="Google Shape;459;p9"/>
            <p:cNvSpPr/>
            <p:nvPr/>
          </p:nvSpPr>
          <p:spPr>
            <a:xfrm rot="5400000">
              <a:off x="339120" y="210348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60" name="Google Shape;460;p9"/>
            <p:cNvSpPr/>
            <p:nvPr/>
          </p:nvSpPr>
          <p:spPr>
            <a:xfrm rot="5400000">
              <a:off x="-141480" y="207972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1" name="Google Shape;461;p9"/>
            <p:cNvSpPr/>
            <p:nvPr/>
          </p:nvSpPr>
          <p:spPr>
            <a:xfrm rot="5400000">
              <a:off x="-117720" y="210384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62" name="Google Shape;462;p9"/>
            <p:cNvSpPr/>
            <p:nvPr/>
          </p:nvSpPr>
          <p:spPr>
            <a:xfrm rot="5400000">
              <a:off x="134640" y="194112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463" name="Google Shape;463;p9"/>
          <p:cNvGrpSpPr/>
          <p:nvPr/>
        </p:nvGrpSpPr>
        <p:grpSpPr>
          <a:xfrm>
            <a:off x="-1414440" y="2829960"/>
            <a:ext cx="2297520" cy="347040"/>
            <a:chOff x="-1414440" y="2829960"/>
            <a:chExt cx="2297520" cy="347040"/>
          </a:xfrm>
        </p:grpSpPr>
        <p:sp>
          <p:nvSpPr>
            <p:cNvPr id="464" name="Google Shape;464;p9"/>
            <p:cNvSpPr/>
            <p:nvPr/>
          </p:nvSpPr>
          <p:spPr>
            <a:xfrm>
              <a:off x="-1414440" y="3109320"/>
              <a:ext cx="1994400" cy="67680"/>
            </a:xfrm>
            <a:prstGeom prst="roundRect">
              <a:avLst>
                <a:gd fmla="val 50000" name="adj"/>
              </a:avLst>
            </a:prstGeom>
            <a:gradFill>
              <a:gsLst>
                <a:gs pos="0">
                  <a:srgbClr val="151B46"/>
                </a:gs>
                <a:gs pos="100000">
                  <a:srgbClr val="8FFFFF"/>
                </a:gs>
              </a:gsLst>
              <a:lin ang="26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65" name="Google Shape;465;p9"/>
            <p:cNvSpPr/>
            <p:nvPr/>
          </p:nvSpPr>
          <p:spPr>
            <a:xfrm>
              <a:off x="-1111320" y="2829960"/>
              <a:ext cx="1994400" cy="67680"/>
            </a:xfrm>
            <a:prstGeom prst="roundRect">
              <a:avLst>
                <a:gd fmla="val 50000" name="adj"/>
              </a:avLst>
            </a:prstGeom>
            <a:gradFill>
              <a:gsLst>
                <a:gs pos="0">
                  <a:srgbClr val="151B46"/>
                </a:gs>
                <a:gs pos="100000">
                  <a:srgbClr val="8FFFFF"/>
                </a:gs>
              </a:gsLst>
              <a:lin ang="26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466" name="Google Shape;466;p9"/>
          <p:cNvGrpSpPr/>
          <p:nvPr/>
        </p:nvGrpSpPr>
        <p:grpSpPr>
          <a:xfrm>
            <a:off x="-529200" y="4313160"/>
            <a:ext cx="1822680" cy="196560"/>
            <a:chOff x="-529200" y="4313160"/>
            <a:chExt cx="1822680" cy="196560"/>
          </a:xfrm>
        </p:grpSpPr>
        <p:sp>
          <p:nvSpPr>
            <p:cNvPr id="467" name="Google Shape;467;p9"/>
            <p:cNvSpPr/>
            <p:nvPr/>
          </p:nvSpPr>
          <p:spPr>
            <a:xfrm flipH="1">
              <a:off x="-529200" y="4359600"/>
              <a:ext cx="1723680" cy="150120"/>
            </a:xfrm>
            <a:custGeom>
              <a:rect b="b" l="l" r="r" t="t"/>
              <a:pathLst>
                <a:path extrusionOk="0" fill="none" h="4834" w="55332">
                  <a:moveTo>
                    <a:pt x="55331" y="4834"/>
                  </a:moveTo>
                  <a:lnTo>
                    <a:pt x="28930" y="4834"/>
                  </a:lnTo>
                  <a:lnTo>
                    <a:pt x="27294" y="3198"/>
                  </a:lnTo>
                  <a:lnTo>
                    <a:pt x="24072" y="0"/>
                  </a:lnTo>
                  <a:lnTo>
                    <a:pt x="1" y="0"/>
                  </a:lnTo>
                </a:path>
              </a:pathLst>
            </a:custGeom>
            <a:noFill/>
            <a:ln cap="rnd" cmpd="sng" w="19050">
              <a:solidFill>
                <a:srgbClr val="95FFAE"/>
              </a:solidFill>
              <a:prstDash val="solid"/>
              <a:round/>
              <a:headEnd len="sm" w="sm" type="none"/>
              <a:tailEnd len="sm" w="sm" type="none"/>
            </a:ln>
          </p:spPr>
          <p:txBody>
            <a:bodyPr anchorCtr="0" anchor="ctr" bIns="75225" lIns="91425" spcFirstLastPara="1" rIns="91425" wrap="square" tIns="75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8" name="Google Shape;468;p9"/>
            <p:cNvSpPr/>
            <p:nvPr/>
          </p:nvSpPr>
          <p:spPr>
            <a:xfrm flipH="1">
              <a:off x="1202040" y="4313160"/>
              <a:ext cx="91440" cy="91440"/>
            </a:xfrm>
            <a:custGeom>
              <a:rect b="b" l="l" r="r" t="t"/>
              <a:pathLst>
                <a:path extrusionOk="0" fill="none" h="2951" w="2951">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9" name="Google Shape;469;p9"/>
            <p:cNvSpPr/>
            <p:nvPr/>
          </p:nvSpPr>
          <p:spPr>
            <a:xfrm flipH="1">
              <a:off x="1225080" y="4338000"/>
              <a:ext cx="42840" cy="42120"/>
            </a:xfrm>
            <a:custGeom>
              <a:rect b="b" l="l" r="r" t="t"/>
              <a:pathLst>
                <a:path extrusionOk="0" h="1365" w="1389">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70" name="Google Shape;470;p9"/>
          <p:cNvSpPr/>
          <p:nvPr/>
        </p:nvSpPr>
        <p:spPr>
          <a:xfrm rot="5400000">
            <a:off x="8208720" y="3885480"/>
            <a:ext cx="586440" cy="1284120"/>
          </a:xfrm>
          <a:prstGeom prst="flowChartOffpageConnector">
            <a:avLst/>
          </a:prstGeom>
          <a:gradFill>
            <a:gsLst>
              <a:gs pos="0">
                <a:srgbClr val="1D2875"/>
              </a:gs>
              <a:gs pos="100000">
                <a:srgbClr val="151B46"/>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71" name="Google Shape;471;p9"/>
          <p:cNvGrpSpPr/>
          <p:nvPr/>
        </p:nvGrpSpPr>
        <p:grpSpPr>
          <a:xfrm>
            <a:off x="5203080" y="4687200"/>
            <a:ext cx="1105560" cy="133920"/>
            <a:chOff x="5203080" y="4687200"/>
            <a:chExt cx="1105560" cy="133920"/>
          </a:xfrm>
        </p:grpSpPr>
        <p:grpSp>
          <p:nvGrpSpPr>
            <p:cNvPr id="472" name="Google Shape;472;p9"/>
            <p:cNvGrpSpPr/>
            <p:nvPr/>
          </p:nvGrpSpPr>
          <p:grpSpPr>
            <a:xfrm>
              <a:off x="5203080" y="4770360"/>
              <a:ext cx="882720" cy="50760"/>
              <a:chOff x="5203080" y="4770360"/>
              <a:chExt cx="882720" cy="50760"/>
            </a:xfrm>
          </p:grpSpPr>
          <p:sp>
            <p:nvSpPr>
              <p:cNvPr id="473" name="Google Shape;473;p9"/>
              <p:cNvSpPr/>
              <p:nvPr/>
            </p:nvSpPr>
            <p:spPr>
              <a:xfrm>
                <a:off x="520308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4" name="Google Shape;474;p9"/>
              <p:cNvSpPr/>
              <p:nvPr/>
            </p:nvSpPr>
            <p:spPr>
              <a:xfrm>
                <a:off x="529560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5" name="Google Shape;475;p9"/>
              <p:cNvSpPr/>
              <p:nvPr/>
            </p:nvSpPr>
            <p:spPr>
              <a:xfrm>
                <a:off x="538776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6" name="Google Shape;476;p9"/>
              <p:cNvSpPr/>
              <p:nvPr/>
            </p:nvSpPr>
            <p:spPr>
              <a:xfrm>
                <a:off x="548028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7" name="Google Shape;477;p9"/>
              <p:cNvSpPr/>
              <p:nvPr/>
            </p:nvSpPr>
            <p:spPr>
              <a:xfrm>
                <a:off x="557280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8" name="Google Shape;478;p9"/>
              <p:cNvSpPr/>
              <p:nvPr/>
            </p:nvSpPr>
            <p:spPr>
              <a:xfrm>
                <a:off x="566532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9" name="Google Shape;479;p9"/>
              <p:cNvSpPr/>
              <p:nvPr/>
            </p:nvSpPr>
            <p:spPr>
              <a:xfrm>
                <a:off x="575784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0" name="Google Shape;480;p9"/>
              <p:cNvSpPr/>
              <p:nvPr/>
            </p:nvSpPr>
            <p:spPr>
              <a:xfrm>
                <a:off x="585036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1" name="Google Shape;481;p9"/>
              <p:cNvSpPr/>
              <p:nvPr/>
            </p:nvSpPr>
            <p:spPr>
              <a:xfrm>
                <a:off x="594288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2" name="Google Shape;482;p9"/>
              <p:cNvSpPr/>
              <p:nvPr/>
            </p:nvSpPr>
            <p:spPr>
              <a:xfrm>
                <a:off x="603504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483" name="Google Shape;483;p9"/>
            <p:cNvGrpSpPr/>
            <p:nvPr/>
          </p:nvGrpSpPr>
          <p:grpSpPr>
            <a:xfrm>
              <a:off x="5425560" y="4687200"/>
              <a:ext cx="883080" cy="50760"/>
              <a:chOff x="5425560" y="4687200"/>
              <a:chExt cx="883080" cy="50760"/>
            </a:xfrm>
          </p:grpSpPr>
          <p:sp>
            <p:nvSpPr>
              <p:cNvPr id="484" name="Google Shape;484;p9"/>
              <p:cNvSpPr/>
              <p:nvPr/>
            </p:nvSpPr>
            <p:spPr>
              <a:xfrm>
                <a:off x="542556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5" name="Google Shape;485;p9"/>
              <p:cNvSpPr/>
              <p:nvPr/>
            </p:nvSpPr>
            <p:spPr>
              <a:xfrm>
                <a:off x="551808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6" name="Google Shape;486;p9"/>
              <p:cNvSpPr/>
              <p:nvPr/>
            </p:nvSpPr>
            <p:spPr>
              <a:xfrm>
                <a:off x="561060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7" name="Google Shape;487;p9"/>
              <p:cNvSpPr/>
              <p:nvPr/>
            </p:nvSpPr>
            <p:spPr>
              <a:xfrm>
                <a:off x="570312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8" name="Google Shape;488;p9"/>
              <p:cNvSpPr/>
              <p:nvPr/>
            </p:nvSpPr>
            <p:spPr>
              <a:xfrm>
                <a:off x="579564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9" name="Google Shape;489;p9"/>
              <p:cNvSpPr/>
              <p:nvPr/>
            </p:nvSpPr>
            <p:spPr>
              <a:xfrm>
                <a:off x="588816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0" name="Google Shape;490;p9"/>
              <p:cNvSpPr/>
              <p:nvPr/>
            </p:nvSpPr>
            <p:spPr>
              <a:xfrm>
                <a:off x="598032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1" name="Google Shape;491;p9"/>
              <p:cNvSpPr/>
              <p:nvPr/>
            </p:nvSpPr>
            <p:spPr>
              <a:xfrm>
                <a:off x="607284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2" name="Google Shape;492;p9"/>
              <p:cNvSpPr/>
              <p:nvPr/>
            </p:nvSpPr>
            <p:spPr>
              <a:xfrm>
                <a:off x="616536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3" name="Google Shape;493;p9"/>
              <p:cNvSpPr/>
              <p:nvPr/>
            </p:nvSpPr>
            <p:spPr>
              <a:xfrm>
                <a:off x="625788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494" name="Google Shape;494;p9"/>
          <p:cNvSpPr/>
          <p:nvPr/>
        </p:nvSpPr>
        <p:spPr>
          <a:xfrm rot="10800000">
            <a:off x="8028000" y="2174760"/>
            <a:ext cx="1994400" cy="67680"/>
          </a:xfrm>
          <a:prstGeom prst="roundRect">
            <a:avLst>
              <a:gd fmla="val 50000" name="adj"/>
            </a:avLst>
          </a:prstGeom>
          <a:gradFill>
            <a:gsLst>
              <a:gs pos="0">
                <a:srgbClr val="151B46"/>
              </a:gs>
              <a:gs pos="100000">
                <a:srgbClr val="8FFFFF"/>
              </a:gs>
            </a:gsLst>
            <a:lin ang="134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95" name="Google Shape;495;p9"/>
          <p:cNvGrpSpPr/>
          <p:nvPr/>
        </p:nvGrpSpPr>
        <p:grpSpPr>
          <a:xfrm>
            <a:off x="7935840" y="-377820"/>
            <a:ext cx="296100" cy="1822500"/>
            <a:chOff x="7935840" y="-377820"/>
            <a:chExt cx="296100" cy="1822500"/>
          </a:xfrm>
        </p:grpSpPr>
        <p:sp>
          <p:nvSpPr>
            <p:cNvPr id="496" name="Google Shape;496;p9"/>
            <p:cNvSpPr/>
            <p:nvPr/>
          </p:nvSpPr>
          <p:spPr>
            <a:xfrm rot="-5400000">
              <a:off x="7295040" y="408960"/>
              <a:ext cx="1723680" cy="150120"/>
            </a:xfrm>
            <a:custGeom>
              <a:rect b="b" l="l" r="r" t="t"/>
              <a:pathLst>
                <a:path extrusionOk="0" fill="none" h="4834" w="55332">
                  <a:moveTo>
                    <a:pt x="55331" y="4834"/>
                  </a:moveTo>
                  <a:lnTo>
                    <a:pt x="28930" y="4834"/>
                  </a:lnTo>
                  <a:lnTo>
                    <a:pt x="27294" y="3198"/>
                  </a:lnTo>
                  <a:lnTo>
                    <a:pt x="24072" y="0"/>
                  </a:lnTo>
                  <a:lnTo>
                    <a:pt x="1" y="0"/>
                  </a:lnTo>
                </a:path>
              </a:pathLst>
            </a:custGeom>
            <a:noFill/>
            <a:ln cap="rnd" cmpd="sng" w="19050">
              <a:solidFill>
                <a:srgbClr val="95FFAE"/>
              </a:solidFill>
              <a:prstDash val="solid"/>
              <a:round/>
              <a:headEnd len="sm" w="sm" type="none"/>
              <a:tailEnd len="sm" w="sm" type="none"/>
            </a:ln>
          </p:spPr>
          <p:txBody>
            <a:bodyPr anchorCtr="0" anchor="ctr" bIns="75225" lIns="91425" spcFirstLastPara="1" rIns="91425" wrap="square" tIns="75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7" name="Google Shape;497;p9"/>
            <p:cNvSpPr/>
            <p:nvPr/>
          </p:nvSpPr>
          <p:spPr>
            <a:xfrm rot="-5400000">
              <a:off x="7935840" y="757080"/>
              <a:ext cx="91440" cy="91440"/>
            </a:xfrm>
            <a:custGeom>
              <a:rect b="b" l="l" r="r" t="t"/>
              <a:pathLst>
                <a:path extrusionOk="0" fill="none" h="2951" w="2951">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8" name="Google Shape;498;p9"/>
            <p:cNvSpPr/>
            <p:nvPr/>
          </p:nvSpPr>
          <p:spPr>
            <a:xfrm rot="-5400000">
              <a:off x="7960320" y="781200"/>
              <a:ext cx="42840" cy="42120"/>
            </a:xfrm>
            <a:custGeom>
              <a:rect b="b" l="l" r="r" t="t"/>
              <a:pathLst>
                <a:path extrusionOk="0" h="1364" w="1389">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9" name="Google Shape;499;p9"/>
            <p:cNvSpPr/>
            <p:nvPr/>
          </p:nvSpPr>
          <p:spPr>
            <a:xfrm rot="-5400000">
              <a:off x="8035560" y="1353240"/>
              <a:ext cx="91440" cy="91440"/>
            </a:xfrm>
            <a:custGeom>
              <a:rect b="b" l="l" r="r" t="t"/>
              <a:pathLst>
                <a:path extrusionOk="0" fill="none" h="2951" w="2951">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00" name="Google Shape;500;p9"/>
            <p:cNvSpPr/>
            <p:nvPr/>
          </p:nvSpPr>
          <p:spPr>
            <a:xfrm rot="-5400000">
              <a:off x="8060040" y="1377720"/>
              <a:ext cx="42840" cy="42120"/>
            </a:xfrm>
            <a:custGeom>
              <a:rect b="b" l="l" r="r" t="t"/>
              <a:pathLst>
                <a:path extrusionOk="0" h="1365" w="1389">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1" name="Google Shape;501;p9"/>
            <p:cNvSpPr/>
            <p:nvPr/>
          </p:nvSpPr>
          <p:spPr>
            <a:xfrm rot="-5400000">
              <a:off x="7502400" y="101880"/>
              <a:ext cx="1134360" cy="174960"/>
            </a:xfrm>
            <a:custGeom>
              <a:rect b="b" l="l" r="r" t="t"/>
              <a:pathLst>
                <a:path extrusionOk="0" fill="none" h="5628" w="36417">
                  <a:moveTo>
                    <a:pt x="0" y="0"/>
                  </a:moveTo>
                  <a:lnTo>
                    <a:pt x="6049" y="0"/>
                  </a:lnTo>
                  <a:lnTo>
                    <a:pt x="8379" y="2330"/>
                  </a:lnTo>
                  <a:lnTo>
                    <a:pt x="11676" y="5627"/>
                  </a:lnTo>
                  <a:lnTo>
                    <a:pt x="36416" y="5627"/>
                  </a:lnTo>
                </a:path>
              </a:pathLst>
            </a:custGeom>
            <a:noFill/>
            <a:ln cap="rnd" cmpd="sng" w="19050">
              <a:solidFill>
                <a:srgbClr val="95FFAE"/>
              </a:solidFill>
              <a:prstDash val="solid"/>
              <a:round/>
              <a:headEnd len="sm" w="sm" type="none"/>
              <a:tailEnd len="sm" w="sm" type="none"/>
            </a:ln>
          </p:spPr>
          <p:txBody>
            <a:bodyPr anchorCtr="0" anchor="ctr" bIns="87475" lIns="91425" spcFirstLastPara="1" rIns="91425" wrap="square" tIns="874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502" name="Google Shape;502;p9"/>
          <p:cNvGrpSpPr/>
          <p:nvPr/>
        </p:nvGrpSpPr>
        <p:grpSpPr>
          <a:xfrm>
            <a:off x="8267400" y="2926440"/>
            <a:ext cx="1105560" cy="133560"/>
            <a:chOff x="8267400" y="2926440"/>
            <a:chExt cx="1105560" cy="133560"/>
          </a:xfrm>
        </p:grpSpPr>
        <p:grpSp>
          <p:nvGrpSpPr>
            <p:cNvPr id="503" name="Google Shape;503;p9"/>
            <p:cNvGrpSpPr/>
            <p:nvPr/>
          </p:nvGrpSpPr>
          <p:grpSpPr>
            <a:xfrm>
              <a:off x="8267400" y="3009240"/>
              <a:ext cx="883080" cy="50760"/>
              <a:chOff x="8267400" y="3009240"/>
              <a:chExt cx="883080" cy="50760"/>
            </a:xfrm>
          </p:grpSpPr>
          <p:sp>
            <p:nvSpPr>
              <p:cNvPr id="504" name="Google Shape;504;p9"/>
              <p:cNvSpPr/>
              <p:nvPr/>
            </p:nvSpPr>
            <p:spPr>
              <a:xfrm>
                <a:off x="826740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5" name="Google Shape;505;p9"/>
              <p:cNvSpPr/>
              <p:nvPr/>
            </p:nvSpPr>
            <p:spPr>
              <a:xfrm>
                <a:off x="835992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6" name="Google Shape;506;p9"/>
              <p:cNvSpPr/>
              <p:nvPr/>
            </p:nvSpPr>
            <p:spPr>
              <a:xfrm>
                <a:off x="845244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7" name="Google Shape;507;p9"/>
              <p:cNvSpPr/>
              <p:nvPr/>
            </p:nvSpPr>
            <p:spPr>
              <a:xfrm>
                <a:off x="854496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8" name="Google Shape;508;p9"/>
              <p:cNvSpPr/>
              <p:nvPr/>
            </p:nvSpPr>
            <p:spPr>
              <a:xfrm>
                <a:off x="863712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9" name="Google Shape;509;p9"/>
              <p:cNvSpPr/>
              <p:nvPr/>
            </p:nvSpPr>
            <p:spPr>
              <a:xfrm>
                <a:off x="872964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0" name="Google Shape;510;p9"/>
              <p:cNvSpPr/>
              <p:nvPr/>
            </p:nvSpPr>
            <p:spPr>
              <a:xfrm>
                <a:off x="882216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1" name="Google Shape;511;p9"/>
              <p:cNvSpPr/>
              <p:nvPr/>
            </p:nvSpPr>
            <p:spPr>
              <a:xfrm>
                <a:off x="891468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2" name="Google Shape;512;p9"/>
              <p:cNvSpPr/>
              <p:nvPr/>
            </p:nvSpPr>
            <p:spPr>
              <a:xfrm>
                <a:off x="900720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3" name="Google Shape;513;p9"/>
              <p:cNvSpPr/>
              <p:nvPr/>
            </p:nvSpPr>
            <p:spPr>
              <a:xfrm>
                <a:off x="909972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514" name="Google Shape;514;p9"/>
            <p:cNvGrpSpPr/>
            <p:nvPr/>
          </p:nvGrpSpPr>
          <p:grpSpPr>
            <a:xfrm>
              <a:off x="8490240" y="2926440"/>
              <a:ext cx="882720" cy="50760"/>
              <a:chOff x="8490240" y="2926440"/>
              <a:chExt cx="882720" cy="50760"/>
            </a:xfrm>
          </p:grpSpPr>
          <p:sp>
            <p:nvSpPr>
              <p:cNvPr id="515" name="Google Shape;515;p9"/>
              <p:cNvSpPr/>
              <p:nvPr/>
            </p:nvSpPr>
            <p:spPr>
              <a:xfrm>
                <a:off x="849024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6" name="Google Shape;516;p9"/>
              <p:cNvSpPr/>
              <p:nvPr/>
            </p:nvSpPr>
            <p:spPr>
              <a:xfrm>
                <a:off x="858240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7" name="Google Shape;517;p9"/>
              <p:cNvSpPr/>
              <p:nvPr/>
            </p:nvSpPr>
            <p:spPr>
              <a:xfrm>
                <a:off x="867492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8" name="Google Shape;518;p9"/>
              <p:cNvSpPr/>
              <p:nvPr/>
            </p:nvSpPr>
            <p:spPr>
              <a:xfrm>
                <a:off x="876744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9" name="Google Shape;519;p9"/>
              <p:cNvSpPr/>
              <p:nvPr/>
            </p:nvSpPr>
            <p:spPr>
              <a:xfrm>
                <a:off x="885996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0" name="Google Shape;520;p9"/>
              <p:cNvSpPr/>
              <p:nvPr/>
            </p:nvSpPr>
            <p:spPr>
              <a:xfrm>
                <a:off x="895248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1" name="Google Shape;521;p9"/>
              <p:cNvSpPr/>
              <p:nvPr/>
            </p:nvSpPr>
            <p:spPr>
              <a:xfrm>
                <a:off x="904500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2" name="Google Shape;522;p9"/>
              <p:cNvSpPr/>
              <p:nvPr/>
            </p:nvSpPr>
            <p:spPr>
              <a:xfrm>
                <a:off x="913752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3" name="Google Shape;523;p9"/>
              <p:cNvSpPr/>
              <p:nvPr/>
            </p:nvSpPr>
            <p:spPr>
              <a:xfrm>
                <a:off x="922968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4" name="Google Shape;524;p9"/>
              <p:cNvSpPr/>
              <p:nvPr/>
            </p:nvSpPr>
            <p:spPr>
              <a:xfrm>
                <a:off x="932220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525" name="Google Shape;525;p9"/>
          <p:cNvGrpSpPr/>
          <p:nvPr/>
        </p:nvGrpSpPr>
        <p:grpSpPr>
          <a:xfrm>
            <a:off x="2360160" y="376200"/>
            <a:ext cx="1252440" cy="50760"/>
            <a:chOff x="2360160" y="376200"/>
            <a:chExt cx="1252440" cy="50760"/>
          </a:xfrm>
        </p:grpSpPr>
        <p:sp>
          <p:nvSpPr>
            <p:cNvPr id="526" name="Google Shape;526;p9"/>
            <p:cNvSpPr/>
            <p:nvPr/>
          </p:nvSpPr>
          <p:spPr>
            <a:xfrm>
              <a:off x="236016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7" name="Google Shape;527;p9"/>
            <p:cNvSpPr/>
            <p:nvPr/>
          </p:nvSpPr>
          <p:spPr>
            <a:xfrm>
              <a:off x="245232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8" name="Google Shape;528;p9"/>
            <p:cNvSpPr/>
            <p:nvPr/>
          </p:nvSpPr>
          <p:spPr>
            <a:xfrm>
              <a:off x="254484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9" name="Google Shape;529;p9"/>
            <p:cNvSpPr/>
            <p:nvPr/>
          </p:nvSpPr>
          <p:spPr>
            <a:xfrm>
              <a:off x="263736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0" name="Google Shape;530;p9"/>
            <p:cNvSpPr/>
            <p:nvPr/>
          </p:nvSpPr>
          <p:spPr>
            <a:xfrm>
              <a:off x="272988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1" name="Google Shape;531;p9"/>
            <p:cNvSpPr/>
            <p:nvPr/>
          </p:nvSpPr>
          <p:spPr>
            <a:xfrm>
              <a:off x="282240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2" name="Google Shape;532;p9"/>
            <p:cNvSpPr/>
            <p:nvPr/>
          </p:nvSpPr>
          <p:spPr>
            <a:xfrm>
              <a:off x="291492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3" name="Google Shape;533;p9"/>
            <p:cNvSpPr/>
            <p:nvPr/>
          </p:nvSpPr>
          <p:spPr>
            <a:xfrm>
              <a:off x="300744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4" name="Google Shape;534;p9"/>
            <p:cNvSpPr/>
            <p:nvPr/>
          </p:nvSpPr>
          <p:spPr>
            <a:xfrm>
              <a:off x="309960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5" name="Google Shape;535;p9"/>
            <p:cNvSpPr/>
            <p:nvPr/>
          </p:nvSpPr>
          <p:spPr>
            <a:xfrm>
              <a:off x="319212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6" name="Google Shape;536;p9"/>
            <p:cNvSpPr/>
            <p:nvPr/>
          </p:nvSpPr>
          <p:spPr>
            <a:xfrm>
              <a:off x="328464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7" name="Google Shape;537;p9"/>
            <p:cNvSpPr/>
            <p:nvPr/>
          </p:nvSpPr>
          <p:spPr>
            <a:xfrm>
              <a:off x="337716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8" name="Google Shape;538;p9"/>
            <p:cNvSpPr/>
            <p:nvPr/>
          </p:nvSpPr>
          <p:spPr>
            <a:xfrm>
              <a:off x="346932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9" name="Google Shape;539;p9"/>
            <p:cNvSpPr/>
            <p:nvPr/>
          </p:nvSpPr>
          <p:spPr>
            <a:xfrm>
              <a:off x="356184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540" name="Google Shape;540;p9"/>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2" type="title">
  <p:cSld name="TITLE">
    <p:bg>
      <p:bgPr>
        <a:gradFill>
          <a:gsLst>
            <a:gs pos="0">
              <a:srgbClr val="1D2875"/>
            </a:gs>
            <a:gs pos="100000">
              <a:srgbClr val="000000"/>
            </a:gs>
          </a:gsLst>
          <a:path path="circle">
            <a:fillToRect b="50%" l="50%" r="50%" t="50%"/>
          </a:path>
          <a:tileRect/>
        </a:gradFill>
      </p:bgPr>
    </p:bg>
    <p:spTree>
      <p:nvGrpSpPr>
        <p:cNvPr id="541" name="Shape 541"/>
        <p:cNvGrpSpPr/>
        <p:nvPr/>
      </p:nvGrpSpPr>
      <p:grpSpPr>
        <a:xfrm>
          <a:off x="0" y="0"/>
          <a:ext cx="0" cy="0"/>
          <a:chOff x="0" y="0"/>
          <a:chExt cx="0" cy="0"/>
        </a:xfrm>
      </p:grpSpPr>
      <p:grpSp>
        <p:nvGrpSpPr>
          <p:cNvPr id="542" name="Google Shape;542;p10"/>
          <p:cNvGrpSpPr/>
          <p:nvPr/>
        </p:nvGrpSpPr>
        <p:grpSpPr>
          <a:xfrm>
            <a:off x="0" y="0"/>
            <a:ext cx="9143280" cy="5142960"/>
            <a:chOff x="0" y="0"/>
            <a:chExt cx="9143280" cy="5142960"/>
          </a:xfrm>
        </p:grpSpPr>
        <p:sp>
          <p:nvSpPr>
            <p:cNvPr id="543" name="Google Shape;543;p10"/>
            <p:cNvSpPr/>
            <p:nvPr/>
          </p:nvSpPr>
          <p:spPr>
            <a:xfrm>
              <a:off x="0" y="51328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4" name="Google Shape;544;p10"/>
            <p:cNvSpPr/>
            <p:nvPr/>
          </p:nvSpPr>
          <p:spPr>
            <a:xfrm>
              <a:off x="0" y="49942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5" name="Google Shape;545;p10"/>
            <p:cNvSpPr/>
            <p:nvPr/>
          </p:nvSpPr>
          <p:spPr>
            <a:xfrm>
              <a:off x="0" y="485532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6" name="Google Shape;546;p10"/>
            <p:cNvSpPr/>
            <p:nvPr/>
          </p:nvSpPr>
          <p:spPr>
            <a:xfrm>
              <a:off x="0" y="47163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7" name="Google Shape;547;p10"/>
            <p:cNvSpPr/>
            <p:nvPr/>
          </p:nvSpPr>
          <p:spPr>
            <a:xfrm>
              <a:off x="0" y="457848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8" name="Google Shape;548;p10"/>
            <p:cNvSpPr/>
            <p:nvPr/>
          </p:nvSpPr>
          <p:spPr>
            <a:xfrm>
              <a:off x="0" y="44395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9" name="Google Shape;549;p10"/>
            <p:cNvSpPr/>
            <p:nvPr/>
          </p:nvSpPr>
          <p:spPr>
            <a:xfrm>
              <a:off x="0" y="43009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0" name="Google Shape;550;p10"/>
            <p:cNvSpPr/>
            <p:nvPr/>
          </p:nvSpPr>
          <p:spPr>
            <a:xfrm>
              <a:off x="0" y="4161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1" name="Google Shape;551;p10"/>
            <p:cNvSpPr/>
            <p:nvPr/>
          </p:nvSpPr>
          <p:spPr>
            <a:xfrm>
              <a:off x="0" y="40230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2" name="Google Shape;552;p10"/>
            <p:cNvSpPr/>
            <p:nvPr/>
          </p:nvSpPr>
          <p:spPr>
            <a:xfrm>
              <a:off x="0" y="38844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3" name="Google Shape;553;p10"/>
            <p:cNvSpPr/>
            <p:nvPr/>
          </p:nvSpPr>
          <p:spPr>
            <a:xfrm>
              <a:off x="0" y="374544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4" name="Google Shape;554;p10"/>
            <p:cNvSpPr/>
            <p:nvPr/>
          </p:nvSpPr>
          <p:spPr>
            <a:xfrm>
              <a:off x="0" y="360756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5" name="Google Shape;555;p10"/>
            <p:cNvSpPr/>
            <p:nvPr/>
          </p:nvSpPr>
          <p:spPr>
            <a:xfrm>
              <a:off x="0" y="346860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6" name="Google Shape;556;p10"/>
            <p:cNvSpPr/>
            <p:nvPr/>
          </p:nvSpPr>
          <p:spPr>
            <a:xfrm>
              <a:off x="0" y="33296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7" name="Google Shape;557;p10"/>
            <p:cNvSpPr/>
            <p:nvPr/>
          </p:nvSpPr>
          <p:spPr>
            <a:xfrm>
              <a:off x="0" y="31910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8" name="Google Shape;558;p10"/>
            <p:cNvSpPr/>
            <p:nvPr/>
          </p:nvSpPr>
          <p:spPr>
            <a:xfrm>
              <a:off x="0" y="305208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9" name="Google Shape;559;p10"/>
            <p:cNvSpPr/>
            <p:nvPr/>
          </p:nvSpPr>
          <p:spPr>
            <a:xfrm>
              <a:off x="0" y="29131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0" name="Google Shape;560;p10"/>
            <p:cNvSpPr/>
            <p:nvPr/>
          </p:nvSpPr>
          <p:spPr>
            <a:xfrm>
              <a:off x="0" y="27741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1" name="Google Shape;561;p10"/>
            <p:cNvSpPr/>
            <p:nvPr/>
          </p:nvSpPr>
          <p:spPr>
            <a:xfrm>
              <a:off x="0" y="26362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2" name="Google Shape;562;p10"/>
            <p:cNvSpPr/>
            <p:nvPr/>
          </p:nvSpPr>
          <p:spPr>
            <a:xfrm>
              <a:off x="0" y="24976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3" name="Google Shape;563;p10"/>
            <p:cNvSpPr/>
            <p:nvPr/>
          </p:nvSpPr>
          <p:spPr>
            <a:xfrm>
              <a:off x="0" y="23587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4" name="Google Shape;564;p10"/>
            <p:cNvSpPr/>
            <p:nvPr/>
          </p:nvSpPr>
          <p:spPr>
            <a:xfrm>
              <a:off x="0" y="22197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5" name="Google Shape;565;p10"/>
            <p:cNvSpPr/>
            <p:nvPr/>
          </p:nvSpPr>
          <p:spPr>
            <a:xfrm>
              <a:off x="0" y="20808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6" name="Google Shape;566;p10"/>
            <p:cNvSpPr/>
            <p:nvPr/>
          </p:nvSpPr>
          <p:spPr>
            <a:xfrm>
              <a:off x="0" y="19422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7" name="Google Shape;567;p10"/>
            <p:cNvSpPr/>
            <p:nvPr/>
          </p:nvSpPr>
          <p:spPr>
            <a:xfrm>
              <a:off x="0" y="18043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8" name="Google Shape;568;p10"/>
            <p:cNvSpPr/>
            <p:nvPr/>
          </p:nvSpPr>
          <p:spPr>
            <a:xfrm>
              <a:off x="0" y="166536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9" name="Google Shape;569;p10"/>
            <p:cNvSpPr/>
            <p:nvPr/>
          </p:nvSpPr>
          <p:spPr>
            <a:xfrm>
              <a:off x="0" y="1526400"/>
              <a:ext cx="9143280" cy="9000"/>
            </a:xfrm>
            <a:custGeom>
              <a:rect b="b" l="l" r="r" t="t"/>
              <a:pathLst>
                <a:path extrusionOk="0" h="305" w="257969">
                  <a:moveTo>
                    <a:pt x="0" y="1"/>
                  </a:moveTo>
                  <a:lnTo>
                    <a:pt x="257969" y="1"/>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0" name="Google Shape;570;p10"/>
            <p:cNvSpPr/>
            <p:nvPr/>
          </p:nvSpPr>
          <p:spPr>
            <a:xfrm>
              <a:off x="0" y="13874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1" name="Google Shape;571;p10"/>
            <p:cNvSpPr/>
            <p:nvPr/>
          </p:nvSpPr>
          <p:spPr>
            <a:xfrm>
              <a:off x="0" y="12488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2" name="Google Shape;572;p10"/>
            <p:cNvSpPr/>
            <p:nvPr/>
          </p:nvSpPr>
          <p:spPr>
            <a:xfrm>
              <a:off x="0" y="110988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3" name="Google Shape;573;p10"/>
            <p:cNvSpPr/>
            <p:nvPr/>
          </p:nvSpPr>
          <p:spPr>
            <a:xfrm>
              <a:off x="0" y="9709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4" name="Google Shape;574;p10"/>
            <p:cNvSpPr/>
            <p:nvPr/>
          </p:nvSpPr>
          <p:spPr>
            <a:xfrm>
              <a:off x="0" y="8330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5" name="Google Shape;575;p10"/>
            <p:cNvSpPr/>
            <p:nvPr/>
          </p:nvSpPr>
          <p:spPr>
            <a:xfrm>
              <a:off x="0" y="6944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6" name="Google Shape;576;p10"/>
            <p:cNvSpPr/>
            <p:nvPr/>
          </p:nvSpPr>
          <p:spPr>
            <a:xfrm>
              <a:off x="0" y="55548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7" name="Google Shape;577;p10"/>
            <p:cNvSpPr/>
            <p:nvPr/>
          </p:nvSpPr>
          <p:spPr>
            <a:xfrm>
              <a:off x="0" y="4165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8" name="Google Shape;578;p10"/>
            <p:cNvSpPr/>
            <p:nvPr/>
          </p:nvSpPr>
          <p:spPr>
            <a:xfrm>
              <a:off x="0" y="2775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9" name="Google Shape;579;p10"/>
            <p:cNvSpPr/>
            <p:nvPr/>
          </p:nvSpPr>
          <p:spPr>
            <a:xfrm>
              <a:off x="0" y="138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80" name="Google Shape;580;p10"/>
            <p:cNvSpPr/>
            <p:nvPr/>
          </p:nvSpPr>
          <p:spPr>
            <a:xfrm>
              <a:off x="0" y="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581" name="Google Shape;581;p10"/>
          <p:cNvSpPr txBox="1"/>
          <p:nvPr>
            <p:ph type="title"/>
          </p:nvPr>
        </p:nvSpPr>
        <p:spPr>
          <a:xfrm>
            <a:off x="2335680" y="758160"/>
            <a:ext cx="4472280" cy="955080"/>
          </a:xfrm>
          <a:prstGeom prst="rect">
            <a:avLst/>
          </a:prstGeom>
          <a:noFill/>
          <a:ln>
            <a:noFill/>
          </a:ln>
          <a:effectLst>
            <a:outerShdw blurRad="142920" rotWithShape="0">
              <a:srgbClr val="8FFFFF">
                <a:alpha val="40000"/>
              </a:srgbClr>
            </a:outerShdw>
          </a:effectLst>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82" name="Google Shape;582;p10"/>
          <p:cNvSpPr/>
          <p:nvPr/>
        </p:nvSpPr>
        <p:spPr>
          <a:xfrm>
            <a:off x="2532600" y="3327840"/>
            <a:ext cx="4078800" cy="6411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200" u="none" strike="noStrike">
                <a:solidFill>
                  <a:schemeClr val="accent2"/>
                </a:solidFill>
                <a:latin typeface="PT Sans"/>
                <a:ea typeface="PT Sans"/>
                <a:cs typeface="PT Sans"/>
                <a:sym typeface="PT Sans"/>
              </a:rPr>
              <a:t>Credits:</a:t>
            </a:r>
            <a:r>
              <a:rPr b="0" lang="en-US" sz="1200" u="none" strike="noStrike">
                <a:solidFill>
                  <a:schemeClr val="accent2"/>
                </a:solidFill>
                <a:latin typeface="PT Sans"/>
                <a:ea typeface="PT Sans"/>
                <a:cs typeface="PT Sans"/>
                <a:sym typeface="PT Sans"/>
              </a:rPr>
              <a:t> </a:t>
            </a:r>
            <a:r>
              <a:rPr b="0" lang="en-US" sz="1200" u="none" strike="noStrike">
                <a:solidFill>
                  <a:schemeClr val="lt1"/>
                </a:solidFill>
                <a:latin typeface="PT Sans"/>
                <a:ea typeface="PT Sans"/>
                <a:cs typeface="PT Sans"/>
                <a:sym typeface="PT Sans"/>
              </a:rPr>
              <a:t>This presentation template was created by </a:t>
            </a:r>
            <a:r>
              <a:rPr b="1" lang="en-US" sz="1200" u="sng" strike="noStrike">
                <a:solidFill>
                  <a:schemeClr val="hlink"/>
                </a:solidFill>
                <a:latin typeface="PT Sans"/>
                <a:ea typeface="PT Sans"/>
                <a:cs typeface="PT Sans"/>
                <a:sym typeface="PT Sans"/>
                <a:hlinkClick r:id="rId2"/>
              </a:rPr>
              <a:t>Slidesgo</a:t>
            </a:r>
            <a:r>
              <a:rPr b="0" lang="en-US" sz="1200" u="none" strike="noStrike">
                <a:solidFill>
                  <a:schemeClr val="lt1"/>
                </a:solidFill>
                <a:latin typeface="PT Sans"/>
                <a:ea typeface="PT Sans"/>
                <a:cs typeface="PT Sans"/>
                <a:sym typeface="PT Sans"/>
              </a:rPr>
              <a:t>, including icons, infographics &amp; images by </a:t>
            </a:r>
            <a:r>
              <a:rPr b="1" lang="en-US" sz="1200" u="sng" strike="noStrike">
                <a:solidFill>
                  <a:schemeClr val="hlink"/>
                </a:solidFill>
                <a:latin typeface="PT Sans"/>
                <a:ea typeface="PT Sans"/>
                <a:cs typeface="PT Sans"/>
                <a:sym typeface="PT Sans"/>
                <a:hlinkClick r:id="rId3"/>
              </a:rPr>
              <a:t>Freepik</a:t>
            </a:r>
            <a:endParaRPr b="0" sz="1200" u="none" strike="noStrike">
              <a:solidFill>
                <a:srgbClr val="FFFFFF"/>
              </a:solidFill>
              <a:latin typeface="Noto Sans Symbols"/>
              <a:ea typeface="Noto Sans Symbols"/>
              <a:cs typeface="Noto Sans Symbols"/>
              <a:sym typeface="Noto Sans Symbols"/>
            </a:endParaRPr>
          </a:p>
        </p:txBody>
      </p:sp>
      <p:sp>
        <p:nvSpPr>
          <p:cNvPr id="583" name="Google Shape;583;p10"/>
          <p:cNvSpPr/>
          <p:nvPr/>
        </p:nvSpPr>
        <p:spPr>
          <a:xfrm rot="10800000">
            <a:off x="360" y="3859560"/>
            <a:ext cx="586440" cy="1284120"/>
          </a:xfrm>
          <a:prstGeom prst="flowChartOffpageConnector">
            <a:avLst/>
          </a:prstGeom>
          <a:gradFill>
            <a:gsLst>
              <a:gs pos="0">
                <a:srgbClr val="1D2875"/>
              </a:gs>
              <a:gs pos="100000">
                <a:srgbClr val="151B4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584" name="Google Shape;584;p10"/>
          <p:cNvGrpSpPr/>
          <p:nvPr/>
        </p:nvGrpSpPr>
        <p:grpSpPr>
          <a:xfrm>
            <a:off x="0" y="607320"/>
            <a:ext cx="1284120" cy="586440"/>
            <a:chOff x="0" y="607320"/>
            <a:chExt cx="1284120" cy="586440"/>
          </a:xfrm>
        </p:grpSpPr>
        <p:sp>
          <p:nvSpPr>
            <p:cNvPr id="585" name="Google Shape;585;p10"/>
            <p:cNvSpPr/>
            <p:nvPr/>
          </p:nvSpPr>
          <p:spPr>
            <a:xfrm rot="-5400000">
              <a:off x="348840" y="258480"/>
              <a:ext cx="586440" cy="1284120"/>
            </a:xfrm>
            <a:prstGeom prst="flowChartOffpageConnector">
              <a:avLst/>
            </a:prstGeom>
            <a:gradFill>
              <a:gsLst>
                <a:gs pos="0">
                  <a:srgbClr val="1D2875"/>
                </a:gs>
                <a:gs pos="100000">
                  <a:srgbClr val="151B46"/>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586" name="Google Shape;586;p10"/>
            <p:cNvGrpSpPr/>
            <p:nvPr/>
          </p:nvGrpSpPr>
          <p:grpSpPr>
            <a:xfrm>
              <a:off x="360" y="779760"/>
              <a:ext cx="882720" cy="241560"/>
              <a:chOff x="360" y="779760"/>
              <a:chExt cx="882720" cy="241560"/>
            </a:xfrm>
          </p:grpSpPr>
          <p:sp>
            <p:nvSpPr>
              <p:cNvPr id="587" name="Google Shape;587;p10"/>
              <p:cNvSpPr/>
              <p:nvPr/>
            </p:nvSpPr>
            <p:spPr>
              <a:xfrm rot="10800000">
                <a:off x="731160" y="77976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8" name="Google Shape;588;p10"/>
              <p:cNvSpPr/>
              <p:nvPr/>
            </p:nvSpPr>
            <p:spPr>
              <a:xfrm rot="10800000">
                <a:off x="585360" y="77976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9" name="Google Shape;589;p10"/>
              <p:cNvSpPr/>
              <p:nvPr/>
            </p:nvSpPr>
            <p:spPr>
              <a:xfrm rot="10800000">
                <a:off x="439200" y="77976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0" name="Google Shape;590;p10"/>
              <p:cNvSpPr/>
              <p:nvPr/>
            </p:nvSpPr>
            <p:spPr>
              <a:xfrm rot="10800000">
                <a:off x="293040" y="7797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1" name="Google Shape;591;p10"/>
              <p:cNvSpPr/>
              <p:nvPr/>
            </p:nvSpPr>
            <p:spPr>
              <a:xfrm rot="10800000">
                <a:off x="146880" y="77976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2" name="Google Shape;592;p10"/>
              <p:cNvSpPr/>
              <p:nvPr/>
            </p:nvSpPr>
            <p:spPr>
              <a:xfrm rot="10800000">
                <a:off x="360" y="7797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593" name="Google Shape;593;p10"/>
          <p:cNvGrpSpPr/>
          <p:nvPr/>
        </p:nvGrpSpPr>
        <p:grpSpPr>
          <a:xfrm>
            <a:off x="2619000" y="4981320"/>
            <a:ext cx="1520280" cy="301680"/>
            <a:chOff x="2619000" y="4981320"/>
            <a:chExt cx="1520280" cy="301680"/>
          </a:xfrm>
        </p:grpSpPr>
        <p:sp>
          <p:nvSpPr>
            <p:cNvPr id="594" name="Google Shape;594;p10"/>
            <p:cNvSpPr/>
            <p:nvPr/>
          </p:nvSpPr>
          <p:spPr>
            <a:xfrm>
              <a:off x="2712240" y="5027760"/>
              <a:ext cx="1335240" cy="209160"/>
            </a:xfrm>
            <a:custGeom>
              <a:rect b="b" l="l" r="r" t="t"/>
              <a:pathLst>
                <a:path extrusionOk="0" fill="none" h="6719" w="42863">
                  <a:moveTo>
                    <a:pt x="1" y="0"/>
                  </a:moveTo>
                  <a:lnTo>
                    <a:pt x="19064" y="0"/>
                  </a:lnTo>
                  <a:lnTo>
                    <a:pt x="25782" y="6718"/>
                  </a:lnTo>
                  <a:lnTo>
                    <a:pt x="42862" y="6718"/>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95" name="Google Shape;595;p10"/>
            <p:cNvSpPr/>
            <p:nvPr/>
          </p:nvSpPr>
          <p:spPr>
            <a:xfrm>
              <a:off x="4047840" y="5191560"/>
              <a:ext cx="91440" cy="91440"/>
            </a:xfrm>
            <a:custGeom>
              <a:rect b="b" l="l" r="r" t="t"/>
              <a:pathLst>
                <a:path extrusionOk="0" fill="none" h="2951" w="2951">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96" name="Google Shape;596;p10"/>
            <p:cNvSpPr/>
            <p:nvPr/>
          </p:nvSpPr>
          <p:spPr>
            <a:xfrm>
              <a:off x="4071960" y="5216040"/>
              <a:ext cx="42840" cy="42120"/>
            </a:xfrm>
            <a:custGeom>
              <a:rect b="b" l="l" r="r" t="t"/>
              <a:pathLst>
                <a:path extrusionOk="0" h="1365" w="1389">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7" name="Google Shape;597;p10"/>
            <p:cNvSpPr/>
            <p:nvPr/>
          </p:nvSpPr>
          <p:spPr>
            <a:xfrm>
              <a:off x="2619000" y="4981320"/>
              <a:ext cx="91440" cy="92520"/>
            </a:xfrm>
            <a:custGeom>
              <a:rect b="b" l="l" r="r" t="t"/>
              <a:pathLst>
                <a:path extrusionOk="0" fill="none" h="2976" w="2951">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cap="rnd" cmpd="sng" w="19050">
              <a:solidFill>
                <a:srgbClr val="95FFAE"/>
              </a:solidFill>
              <a:prstDash val="solid"/>
              <a:round/>
              <a:headEnd len="sm" w="sm" type="none"/>
              <a:tailEnd len="sm" w="sm" type="none"/>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98" name="Google Shape;598;p10"/>
            <p:cNvSpPr/>
            <p:nvPr/>
          </p:nvSpPr>
          <p:spPr>
            <a:xfrm>
              <a:off x="2642760" y="5006160"/>
              <a:ext cx="42840" cy="42840"/>
            </a:xfrm>
            <a:custGeom>
              <a:rect b="b" l="l" r="r" t="t"/>
              <a:pathLst>
                <a:path extrusionOk="0" h="1389" w="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599" name="Google Shape;599;p10"/>
          <p:cNvGrpSpPr/>
          <p:nvPr/>
        </p:nvGrpSpPr>
        <p:grpSpPr>
          <a:xfrm>
            <a:off x="-141480" y="2076840"/>
            <a:ext cx="552600" cy="98640"/>
            <a:chOff x="-141480" y="2076840"/>
            <a:chExt cx="552600" cy="98640"/>
          </a:xfrm>
        </p:grpSpPr>
        <p:sp>
          <p:nvSpPr>
            <p:cNvPr id="600" name="Google Shape;600;p10"/>
            <p:cNvSpPr/>
            <p:nvPr/>
          </p:nvSpPr>
          <p:spPr>
            <a:xfrm rot="5400000">
              <a:off x="312480" y="207684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01" name="Google Shape;601;p10"/>
            <p:cNvSpPr/>
            <p:nvPr/>
          </p:nvSpPr>
          <p:spPr>
            <a:xfrm rot="5400000">
              <a:off x="339120" y="210348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2" name="Google Shape;602;p10"/>
            <p:cNvSpPr/>
            <p:nvPr/>
          </p:nvSpPr>
          <p:spPr>
            <a:xfrm rot="5400000">
              <a:off x="-141480" y="207972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03" name="Google Shape;603;p10"/>
            <p:cNvSpPr/>
            <p:nvPr/>
          </p:nvSpPr>
          <p:spPr>
            <a:xfrm rot="5400000">
              <a:off x="-117720" y="210384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4" name="Google Shape;604;p10"/>
            <p:cNvSpPr/>
            <p:nvPr/>
          </p:nvSpPr>
          <p:spPr>
            <a:xfrm rot="5400000">
              <a:off x="134640" y="194112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605" name="Google Shape;605;p10"/>
          <p:cNvGrpSpPr/>
          <p:nvPr/>
        </p:nvGrpSpPr>
        <p:grpSpPr>
          <a:xfrm>
            <a:off x="-1414440" y="2829960"/>
            <a:ext cx="2297520" cy="347040"/>
            <a:chOff x="-1414440" y="2829960"/>
            <a:chExt cx="2297520" cy="347040"/>
          </a:xfrm>
        </p:grpSpPr>
        <p:sp>
          <p:nvSpPr>
            <p:cNvPr id="606" name="Google Shape;606;p10"/>
            <p:cNvSpPr/>
            <p:nvPr/>
          </p:nvSpPr>
          <p:spPr>
            <a:xfrm>
              <a:off x="-1414440" y="3109320"/>
              <a:ext cx="1994400" cy="67680"/>
            </a:xfrm>
            <a:prstGeom prst="roundRect">
              <a:avLst>
                <a:gd fmla="val 50000" name="adj"/>
              </a:avLst>
            </a:prstGeom>
            <a:gradFill>
              <a:gsLst>
                <a:gs pos="0">
                  <a:srgbClr val="151B46"/>
                </a:gs>
                <a:gs pos="100000">
                  <a:srgbClr val="8FFFFF"/>
                </a:gs>
              </a:gsLst>
              <a:lin ang="26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7" name="Google Shape;607;p10"/>
            <p:cNvSpPr/>
            <p:nvPr/>
          </p:nvSpPr>
          <p:spPr>
            <a:xfrm>
              <a:off x="-1111320" y="2829960"/>
              <a:ext cx="1994400" cy="67680"/>
            </a:xfrm>
            <a:prstGeom prst="roundRect">
              <a:avLst>
                <a:gd fmla="val 50000" name="adj"/>
              </a:avLst>
            </a:prstGeom>
            <a:gradFill>
              <a:gsLst>
                <a:gs pos="0">
                  <a:srgbClr val="151B46"/>
                </a:gs>
                <a:gs pos="100000">
                  <a:srgbClr val="8FFFFF"/>
                </a:gs>
              </a:gsLst>
              <a:lin ang="26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608" name="Google Shape;608;p10"/>
          <p:cNvGrpSpPr/>
          <p:nvPr/>
        </p:nvGrpSpPr>
        <p:grpSpPr>
          <a:xfrm>
            <a:off x="-529200" y="4313160"/>
            <a:ext cx="1822680" cy="196560"/>
            <a:chOff x="-529200" y="4313160"/>
            <a:chExt cx="1822680" cy="196560"/>
          </a:xfrm>
        </p:grpSpPr>
        <p:sp>
          <p:nvSpPr>
            <p:cNvPr id="609" name="Google Shape;609;p10"/>
            <p:cNvSpPr/>
            <p:nvPr/>
          </p:nvSpPr>
          <p:spPr>
            <a:xfrm flipH="1">
              <a:off x="-529200" y="4359600"/>
              <a:ext cx="1723680" cy="150120"/>
            </a:xfrm>
            <a:custGeom>
              <a:rect b="b" l="l" r="r" t="t"/>
              <a:pathLst>
                <a:path extrusionOk="0" fill="none" h="4834" w="55332">
                  <a:moveTo>
                    <a:pt x="55331" y="4834"/>
                  </a:moveTo>
                  <a:lnTo>
                    <a:pt x="28930" y="4834"/>
                  </a:lnTo>
                  <a:lnTo>
                    <a:pt x="27294" y="3198"/>
                  </a:lnTo>
                  <a:lnTo>
                    <a:pt x="24072" y="0"/>
                  </a:lnTo>
                  <a:lnTo>
                    <a:pt x="1" y="0"/>
                  </a:lnTo>
                </a:path>
              </a:pathLst>
            </a:custGeom>
            <a:noFill/>
            <a:ln cap="rnd" cmpd="sng" w="19050">
              <a:solidFill>
                <a:srgbClr val="95FFAE"/>
              </a:solidFill>
              <a:prstDash val="solid"/>
              <a:round/>
              <a:headEnd len="sm" w="sm" type="none"/>
              <a:tailEnd len="sm" w="sm" type="none"/>
            </a:ln>
          </p:spPr>
          <p:txBody>
            <a:bodyPr anchorCtr="0" anchor="ctr" bIns="75225" lIns="91425" spcFirstLastPara="1" rIns="91425" wrap="square" tIns="75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0" name="Google Shape;610;p10"/>
            <p:cNvSpPr/>
            <p:nvPr/>
          </p:nvSpPr>
          <p:spPr>
            <a:xfrm flipH="1">
              <a:off x="1202040" y="4313160"/>
              <a:ext cx="91440" cy="91440"/>
            </a:xfrm>
            <a:custGeom>
              <a:rect b="b" l="l" r="r" t="t"/>
              <a:pathLst>
                <a:path extrusionOk="0" fill="none" h="2951" w="2951">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1" name="Google Shape;611;p10"/>
            <p:cNvSpPr/>
            <p:nvPr/>
          </p:nvSpPr>
          <p:spPr>
            <a:xfrm flipH="1">
              <a:off x="1225080" y="4338000"/>
              <a:ext cx="42840" cy="42120"/>
            </a:xfrm>
            <a:custGeom>
              <a:rect b="b" l="l" r="r" t="t"/>
              <a:pathLst>
                <a:path extrusionOk="0" h="1365" w="1389">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12" name="Google Shape;612;p10"/>
          <p:cNvSpPr/>
          <p:nvPr/>
        </p:nvSpPr>
        <p:spPr>
          <a:xfrm rot="5400000">
            <a:off x="8208720" y="3885480"/>
            <a:ext cx="586440" cy="1284120"/>
          </a:xfrm>
          <a:prstGeom prst="flowChartOffpageConnector">
            <a:avLst/>
          </a:prstGeom>
          <a:gradFill>
            <a:gsLst>
              <a:gs pos="0">
                <a:srgbClr val="1D2875"/>
              </a:gs>
              <a:gs pos="100000">
                <a:srgbClr val="151B46"/>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613" name="Google Shape;613;p10"/>
          <p:cNvGrpSpPr/>
          <p:nvPr/>
        </p:nvGrpSpPr>
        <p:grpSpPr>
          <a:xfrm>
            <a:off x="5203080" y="4687200"/>
            <a:ext cx="1105560" cy="133920"/>
            <a:chOff x="5203080" y="4687200"/>
            <a:chExt cx="1105560" cy="133920"/>
          </a:xfrm>
        </p:grpSpPr>
        <p:grpSp>
          <p:nvGrpSpPr>
            <p:cNvPr id="614" name="Google Shape;614;p10"/>
            <p:cNvGrpSpPr/>
            <p:nvPr/>
          </p:nvGrpSpPr>
          <p:grpSpPr>
            <a:xfrm>
              <a:off x="5203080" y="4770360"/>
              <a:ext cx="882720" cy="50760"/>
              <a:chOff x="5203080" y="4770360"/>
              <a:chExt cx="882720" cy="50760"/>
            </a:xfrm>
          </p:grpSpPr>
          <p:sp>
            <p:nvSpPr>
              <p:cNvPr id="615" name="Google Shape;615;p10"/>
              <p:cNvSpPr/>
              <p:nvPr/>
            </p:nvSpPr>
            <p:spPr>
              <a:xfrm>
                <a:off x="520308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6" name="Google Shape;616;p10"/>
              <p:cNvSpPr/>
              <p:nvPr/>
            </p:nvSpPr>
            <p:spPr>
              <a:xfrm>
                <a:off x="529560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7" name="Google Shape;617;p10"/>
              <p:cNvSpPr/>
              <p:nvPr/>
            </p:nvSpPr>
            <p:spPr>
              <a:xfrm>
                <a:off x="538776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8" name="Google Shape;618;p10"/>
              <p:cNvSpPr/>
              <p:nvPr/>
            </p:nvSpPr>
            <p:spPr>
              <a:xfrm>
                <a:off x="548028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9" name="Google Shape;619;p10"/>
              <p:cNvSpPr/>
              <p:nvPr/>
            </p:nvSpPr>
            <p:spPr>
              <a:xfrm>
                <a:off x="557280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0" name="Google Shape;620;p10"/>
              <p:cNvSpPr/>
              <p:nvPr/>
            </p:nvSpPr>
            <p:spPr>
              <a:xfrm>
                <a:off x="566532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1" name="Google Shape;621;p10"/>
              <p:cNvSpPr/>
              <p:nvPr/>
            </p:nvSpPr>
            <p:spPr>
              <a:xfrm>
                <a:off x="575784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2" name="Google Shape;622;p10"/>
              <p:cNvSpPr/>
              <p:nvPr/>
            </p:nvSpPr>
            <p:spPr>
              <a:xfrm>
                <a:off x="585036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3" name="Google Shape;623;p10"/>
              <p:cNvSpPr/>
              <p:nvPr/>
            </p:nvSpPr>
            <p:spPr>
              <a:xfrm>
                <a:off x="594288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4" name="Google Shape;624;p10"/>
              <p:cNvSpPr/>
              <p:nvPr/>
            </p:nvSpPr>
            <p:spPr>
              <a:xfrm>
                <a:off x="6035040" y="4770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625" name="Google Shape;625;p10"/>
            <p:cNvGrpSpPr/>
            <p:nvPr/>
          </p:nvGrpSpPr>
          <p:grpSpPr>
            <a:xfrm>
              <a:off x="5425560" y="4687200"/>
              <a:ext cx="883080" cy="50760"/>
              <a:chOff x="5425560" y="4687200"/>
              <a:chExt cx="883080" cy="50760"/>
            </a:xfrm>
          </p:grpSpPr>
          <p:sp>
            <p:nvSpPr>
              <p:cNvPr id="626" name="Google Shape;626;p10"/>
              <p:cNvSpPr/>
              <p:nvPr/>
            </p:nvSpPr>
            <p:spPr>
              <a:xfrm>
                <a:off x="542556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7" name="Google Shape;627;p10"/>
              <p:cNvSpPr/>
              <p:nvPr/>
            </p:nvSpPr>
            <p:spPr>
              <a:xfrm>
                <a:off x="551808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8" name="Google Shape;628;p10"/>
              <p:cNvSpPr/>
              <p:nvPr/>
            </p:nvSpPr>
            <p:spPr>
              <a:xfrm>
                <a:off x="561060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9" name="Google Shape;629;p10"/>
              <p:cNvSpPr/>
              <p:nvPr/>
            </p:nvSpPr>
            <p:spPr>
              <a:xfrm>
                <a:off x="570312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0" name="Google Shape;630;p10"/>
              <p:cNvSpPr/>
              <p:nvPr/>
            </p:nvSpPr>
            <p:spPr>
              <a:xfrm>
                <a:off x="579564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1" name="Google Shape;631;p10"/>
              <p:cNvSpPr/>
              <p:nvPr/>
            </p:nvSpPr>
            <p:spPr>
              <a:xfrm>
                <a:off x="588816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2" name="Google Shape;632;p10"/>
              <p:cNvSpPr/>
              <p:nvPr/>
            </p:nvSpPr>
            <p:spPr>
              <a:xfrm>
                <a:off x="598032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3" name="Google Shape;633;p10"/>
              <p:cNvSpPr/>
              <p:nvPr/>
            </p:nvSpPr>
            <p:spPr>
              <a:xfrm>
                <a:off x="607284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4" name="Google Shape;634;p10"/>
              <p:cNvSpPr/>
              <p:nvPr/>
            </p:nvSpPr>
            <p:spPr>
              <a:xfrm>
                <a:off x="616536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5" name="Google Shape;635;p10"/>
              <p:cNvSpPr/>
              <p:nvPr/>
            </p:nvSpPr>
            <p:spPr>
              <a:xfrm>
                <a:off x="6257880" y="4687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636" name="Google Shape;636;p10"/>
          <p:cNvSpPr/>
          <p:nvPr/>
        </p:nvSpPr>
        <p:spPr>
          <a:xfrm rot="10800000">
            <a:off x="8028000" y="2174760"/>
            <a:ext cx="1994400" cy="67680"/>
          </a:xfrm>
          <a:prstGeom prst="roundRect">
            <a:avLst>
              <a:gd fmla="val 50000" name="adj"/>
            </a:avLst>
          </a:prstGeom>
          <a:gradFill>
            <a:gsLst>
              <a:gs pos="0">
                <a:srgbClr val="151B46"/>
              </a:gs>
              <a:gs pos="100000">
                <a:srgbClr val="8FFFFF"/>
              </a:gs>
            </a:gsLst>
            <a:lin ang="134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637" name="Google Shape;637;p10"/>
          <p:cNvGrpSpPr/>
          <p:nvPr/>
        </p:nvGrpSpPr>
        <p:grpSpPr>
          <a:xfrm>
            <a:off x="7935840" y="-377820"/>
            <a:ext cx="296100" cy="1822500"/>
            <a:chOff x="7935840" y="-377820"/>
            <a:chExt cx="296100" cy="1822500"/>
          </a:xfrm>
        </p:grpSpPr>
        <p:sp>
          <p:nvSpPr>
            <p:cNvPr id="638" name="Google Shape;638;p10"/>
            <p:cNvSpPr/>
            <p:nvPr/>
          </p:nvSpPr>
          <p:spPr>
            <a:xfrm rot="-5400000">
              <a:off x="7295040" y="408960"/>
              <a:ext cx="1723680" cy="150120"/>
            </a:xfrm>
            <a:custGeom>
              <a:rect b="b" l="l" r="r" t="t"/>
              <a:pathLst>
                <a:path extrusionOk="0" fill="none" h="4834" w="55332">
                  <a:moveTo>
                    <a:pt x="55331" y="4834"/>
                  </a:moveTo>
                  <a:lnTo>
                    <a:pt x="28930" y="4834"/>
                  </a:lnTo>
                  <a:lnTo>
                    <a:pt x="27294" y="3198"/>
                  </a:lnTo>
                  <a:lnTo>
                    <a:pt x="24072" y="0"/>
                  </a:lnTo>
                  <a:lnTo>
                    <a:pt x="1" y="0"/>
                  </a:lnTo>
                </a:path>
              </a:pathLst>
            </a:custGeom>
            <a:noFill/>
            <a:ln cap="rnd" cmpd="sng" w="19050">
              <a:solidFill>
                <a:srgbClr val="95FFAE"/>
              </a:solidFill>
              <a:prstDash val="solid"/>
              <a:round/>
              <a:headEnd len="sm" w="sm" type="none"/>
              <a:tailEnd len="sm" w="sm" type="none"/>
            </a:ln>
          </p:spPr>
          <p:txBody>
            <a:bodyPr anchorCtr="0" anchor="ctr" bIns="75225" lIns="91425" spcFirstLastPara="1" rIns="91425" wrap="square" tIns="75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9" name="Google Shape;639;p10"/>
            <p:cNvSpPr/>
            <p:nvPr/>
          </p:nvSpPr>
          <p:spPr>
            <a:xfrm rot="-5400000">
              <a:off x="7935840" y="757080"/>
              <a:ext cx="91440" cy="91440"/>
            </a:xfrm>
            <a:custGeom>
              <a:rect b="b" l="l" r="r" t="t"/>
              <a:pathLst>
                <a:path extrusionOk="0" fill="none" h="2951" w="2951">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40" name="Google Shape;640;p10"/>
            <p:cNvSpPr/>
            <p:nvPr/>
          </p:nvSpPr>
          <p:spPr>
            <a:xfrm rot="-5400000">
              <a:off x="7960320" y="781200"/>
              <a:ext cx="42840" cy="42120"/>
            </a:xfrm>
            <a:custGeom>
              <a:rect b="b" l="l" r="r" t="t"/>
              <a:pathLst>
                <a:path extrusionOk="0" h="1364" w="1389">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1" name="Google Shape;641;p10"/>
            <p:cNvSpPr/>
            <p:nvPr/>
          </p:nvSpPr>
          <p:spPr>
            <a:xfrm rot="-5400000">
              <a:off x="8035560" y="1353240"/>
              <a:ext cx="91440" cy="91440"/>
            </a:xfrm>
            <a:custGeom>
              <a:rect b="b" l="l" r="r" t="t"/>
              <a:pathLst>
                <a:path extrusionOk="0" fill="none" h="2951" w="2951">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42" name="Google Shape;642;p10"/>
            <p:cNvSpPr/>
            <p:nvPr/>
          </p:nvSpPr>
          <p:spPr>
            <a:xfrm rot="-5400000">
              <a:off x="8060040" y="1377720"/>
              <a:ext cx="42840" cy="42120"/>
            </a:xfrm>
            <a:custGeom>
              <a:rect b="b" l="l" r="r" t="t"/>
              <a:pathLst>
                <a:path extrusionOk="0" h="1365" w="1389">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3" name="Google Shape;643;p10"/>
            <p:cNvSpPr/>
            <p:nvPr/>
          </p:nvSpPr>
          <p:spPr>
            <a:xfrm rot="-5400000">
              <a:off x="7502400" y="101880"/>
              <a:ext cx="1134360" cy="174960"/>
            </a:xfrm>
            <a:custGeom>
              <a:rect b="b" l="l" r="r" t="t"/>
              <a:pathLst>
                <a:path extrusionOk="0" fill="none" h="5628" w="36417">
                  <a:moveTo>
                    <a:pt x="0" y="0"/>
                  </a:moveTo>
                  <a:lnTo>
                    <a:pt x="6049" y="0"/>
                  </a:lnTo>
                  <a:lnTo>
                    <a:pt x="8379" y="2330"/>
                  </a:lnTo>
                  <a:lnTo>
                    <a:pt x="11676" y="5627"/>
                  </a:lnTo>
                  <a:lnTo>
                    <a:pt x="36416" y="5627"/>
                  </a:lnTo>
                </a:path>
              </a:pathLst>
            </a:custGeom>
            <a:noFill/>
            <a:ln cap="rnd" cmpd="sng" w="19050">
              <a:solidFill>
                <a:srgbClr val="95FFAE"/>
              </a:solidFill>
              <a:prstDash val="solid"/>
              <a:round/>
              <a:headEnd len="sm" w="sm" type="none"/>
              <a:tailEnd len="sm" w="sm" type="none"/>
            </a:ln>
          </p:spPr>
          <p:txBody>
            <a:bodyPr anchorCtr="0" anchor="ctr" bIns="87475" lIns="91425" spcFirstLastPara="1" rIns="91425" wrap="square" tIns="874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644" name="Google Shape;644;p10"/>
          <p:cNvGrpSpPr/>
          <p:nvPr/>
        </p:nvGrpSpPr>
        <p:grpSpPr>
          <a:xfrm>
            <a:off x="8267400" y="2926440"/>
            <a:ext cx="1105560" cy="133560"/>
            <a:chOff x="8267400" y="2926440"/>
            <a:chExt cx="1105560" cy="133560"/>
          </a:xfrm>
        </p:grpSpPr>
        <p:grpSp>
          <p:nvGrpSpPr>
            <p:cNvPr id="645" name="Google Shape;645;p10"/>
            <p:cNvGrpSpPr/>
            <p:nvPr/>
          </p:nvGrpSpPr>
          <p:grpSpPr>
            <a:xfrm>
              <a:off x="8267400" y="3009240"/>
              <a:ext cx="883080" cy="50760"/>
              <a:chOff x="8267400" y="3009240"/>
              <a:chExt cx="883080" cy="50760"/>
            </a:xfrm>
          </p:grpSpPr>
          <p:sp>
            <p:nvSpPr>
              <p:cNvPr id="646" name="Google Shape;646;p10"/>
              <p:cNvSpPr/>
              <p:nvPr/>
            </p:nvSpPr>
            <p:spPr>
              <a:xfrm>
                <a:off x="826740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7" name="Google Shape;647;p10"/>
              <p:cNvSpPr/>
              <p:nvPr/>
            </p:nvSpPr>
            <p:spPr>
              <a:xfrm>
                <a:off x="835992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8" name="Google Shape;648;p10"/>
              <p:cNvSpPr/>
              <p:nvPr/>
            </p:nvSpPr>
            <p:spPr>
              <a:xfrm>
                <a:off x="845244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9" name="Google Shape;649;p10"/>
              <p:cNvSpPr/>
              <p:nvPr/>
            </p:nvSpPr>
            <p:spPr>
              <a:xfrm>
                <a:off x="854496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0" name="Google Shape;650;p10"/>
              <p:cNvSpPr/>
              <p:nvPr/>
            </p:nvSpPr>
            <p:spPr>
              <a:xfrm>
                <a:off x="863712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1" name="Google Shape;651;p10"/>
              <p:cNvSpPr/>
              <p:nvPr/>
            </p:nvSpPr>
            <p:spPr>
              <a:xfrm>
                <a:off x="872964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2" name="Google Shape;652;p10"/>
              <p:cNvSpPr/>
              <p:nvPr/>
            </p:nvSpPr>
            <p:spPr>
              <a:xfrm>
                <a:off x="882216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3" name="Google Shape;653;p10"/>
              <p:cNvSpPr/>
              <p:nvPr/>
            </p:nvSpPr>
            <p:spPr>
              <a:xfrm>
                <a:off x="891468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4" name="Google Shape;654;p10"/>
              <p:cNvSpPr/>
              <p:nvPr/>
            </p:nvSpPr>
            <p:spPr>
              <a:xfrm>
                <a:off x="900720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5" name="Google Shape;655;p10"/>
              <p:cNvSpPr/>
              <p:nvPr/>
            </p:nvSpPr>
            <p:spPr>
              <a:xfrm>
                <a:off x="9099720" y="30092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656" name="Google Shape;656;p10"/>
            <p:cNvGrpSpPr/>
            <p:nvPr/>
          </p:nvGrpSpPr>
          <p:grpSpPr>
            <a:xfrm>
              <a:off x="8490240" y="2926440"/>
              <a:ext cx="882720" cy="50760"/>
              <a:chOff x="8490240" y="2926440"/>
              <a:chExt cx="882720" cy="50760"/>
            </a:xfrm>
          </p:grpSpPr>
          <p:sp>
            <p:nvSpPr>
              <p:cNvPr id="657" name="Google Shape;657;p10"/>
              <p:cNvSpPr/>
              <p:nvPr/>
            </p:nvSpPr>
            <p:spPr>
              <a:xfrm>
                <a:off x="849024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8" name="Google Shape;658;p10"/>
              <p:cNvSpPr/>
              <p:nvPr/>
            </p:nvSpPr>
            <p:spPr>
              <a:xfrm>
                <a:off x="858240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9" name="Google Shape;659;p10"/>
              <p:cNvSpPr/>
              <p:nvPr/>
            </p:nvSpPr>
            <p:spPr>
              <a:xfrm>
                <a:off x="867492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0" name="Google Shape;660;p10"/>
              <p:cNvSpPr/>
              <p:nvPr/>
            </p:nvSpPr>
            <p:spPr>
              <a:xfrm>
                <a:off x="876744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1" name="Google Shape;661;p10"/>
              <p:cNvSpPr/>
              <p:nvPr/>
            </p:nvSpPr>
            <p:spPr>
              <a:xfrm>
                <a:off x="885996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2" name="Google Shape;662;p10"/>
              <p:cNvSpPr/>
              <p:nvPr/>
            </p:nvSpPr>
            <p:spPr>
              <a:xfrm>
                <a:off x="895248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3" name="Google Shape;663;p10"/>
              <p:cNvSpPr/>
              <p:nvPr/>
            </p:nvSpPr>
            <p:spPr>
              <a:xfrm>
                <a:off x="904500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4" name="Google Shape;664;p10"/>
              <p:cNvSpPr/>
              <p:nvPr/>
            </p:nvSpPr>
            <p:spPr>
              <a:xfrm>
                <a:off x="913752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5" name="Google Shape;665;p10"/>
              <p:cNvSpPr/>
              <p:nvPr/>
            </p:nvSpPr>
            <p:spPr>
              <a:xfrm>
                <a:off x="922968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6" name="Google Shape;666;p10"/>
              <p:cNvSpPr/>
              <p:nvPr/>
            </p:nvSpPr>
            <p:spPr>
              <a:xfrm>
                <a:off x="9322200" y="2926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667" name="Google Shape;667;p10"/>
          <p:cNvGrpSpPr/>
          <p:nvPr/>
        </p:nvGrpSpPr>
        <p:grpSpPr>
          <a:xfrm>
            <a:off x="2360160" y="376200"/>
            <a:ext cx="1252440" cy="50760"/>
            <a:chOff x="2360160" y="376200"/>
            <a:chExt cx="1252440" cy="50760"/>
          </a:xfrm>
        </p:grpSpPr>
        <p:sp>
          <p:nvSpPr>
            <p:cNvPr id="668" name="Google Shape;668;p10"/>
            <p:cNvSpPr/>
            <p:nvPr/>
          </p:nvSpPr>
          <p:spPr>
            <a:xfrm>
              <a:off x="236016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9" name="Google Shape;669;p10"/>
            <p:cNvSpPr/>
            <p:nvPr/>
          </p:nvSpPr>
          <p:spPr>
            <a:xfrm>
              <a:off x="245232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0" name="Google Shape;670;p10"/>
            <p:cNvSpPr/>
            <p:nvPr/>
          </p:nvSpPr>
          <p:spPr>
            <a:xfrm>
              <a:off x="254484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1" name="Google Shape;671;p10"/>
            <p:cNvSpPr/>
            <p:nvPr/>
          </p:nvSpPr>
          <p:spPr>
            <a:xfrm>
              <a:off x="263736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2" name="Google Shape;672;p10"/>
            <p:cNvSpPr/>
            <p:nvPr/>
          </p:nvSpPr>
          <p:spPr>
            <a:xfrm>
              <a:off x="272988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3" name="Google Shape;673;p10"/>
            <p:cNvSpPr/>
            <p:nvPr/>
          </p:nvSpPr>
          <p:spPr>
            <a:xfrm>
              <a:off x="282240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4" name="Google Shape;674;p10"/>
            <p:cNvSpPr/>
            <p:nvPr/>
          </p:nvSpPr>
          <p:spPr>
            <a:xfrm>
              <a:off x="291492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5" name="Google Shape;675;p10"/>
            <p:cNvSpPr/>
            <p:nvPr/>
          </p:nvSpPr>
          <p:spPr>
            <a:xfrm>
              <a:off x="300744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6" name="Google Shape;676;p10"/>
            <p:cNvSpPr/>
            <p:nvPr/>
          </p:nvSpPr>
          <p:spPr>
            <a:xfrm>
              <a:off x="309960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7" name="Google Shape;677;p10"/>
            <p:cNvSpPr/>
            <p:nvPr/>
          </p:nvSpPr>
          <p:spPr>
            <a:xfrm>
              <a:off x="319212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8" name="Google Shape;678;p10"/>
            <p:cNvSpPr/>
            <p:nvPr/>
          </p:nvSpPr>
          <p:spPr>
            <a:xfrm>
              <a:off x="328464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9" name="Google Shape;679;p10"/>
            <p:cNvSpPr/>
            <p:nvPr/>
          </p:nvSpPr>
          <p:spPr>
            <a:xfrm>
              <a:off x="337716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0" name="Google Shape;680;p10"/>
            <p:cNvSpPr/>
            <p:nvPr/>
          </p:nvSpPr>
          <p:spPr>
            <a:xfrm>
              <a:off x="346932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1" name="Google Shape;681;p10"/>
            <p:cNvSpPr/>
            <p:nvPr/>
          </p:nvSpPr>
          <p:spPr>
            <a:xfrm>
              <a:off x="3561840" y="3762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82" name="Google Shape;682;p1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D2875"/>
            </a:gs>
            <a:gs pos="100000">
              <a:srgbClr val="000000"/>
            </a:gs>
          </a:gsLst>
          <a:path path="circle">
            <a:fillToRect b="50%" l="50%" r="50%" t="50%"/>
          </a:path>
          <a:tileRect/>
        </a:gradFill>
      </p:bgPr>
    </p:bg>
    <p:spTree>
      <p:nvGrpSpPr>
        <p:cNvPr id="5" name="Shape 5"/>
        <p:cNvGrpSpPr/>
        <p:nvPr/>
      </p:nvGrpSpPr>
      <p:grpSpPr>
        <a:xfrm>
          <a:off x="0" y="0"/>
          <a:ext cx="0" cy="0"/>
          <a:chOff x="0" y="0"/>
          <a:chExt cx="0" cy="0"/>
        </a:xfrm>
      </p:grpSpPr>
      <p:grpSp>
        <p:nvGrpSpPr>
          <p:cNvPr id="6" name="Google Shape;6;p1"/>
          <p:cNvGrpSpPr/>
          <p:nvPr/>
        </p:nvGrpSpPr>
        <p:grpSpPr>
          <a:xfrm>
            <a:off x="0" y="0"/>
            <a:ext cx="9143280" cy="5142960"/>
            <a:chOff x="0" y="0"/>
            <a:chExt cx="9143280" cy="5142960"/>
          </a:xfrm>
        </p:grpSpPr>
        <p:sp>
          <p:nvSpPr>
            <p:cNvPr id="7" name="Google Shape;7;p1"/>
            <p:cNvSpPr/>
            <p:nvPr/>
          </p:nvSpPr>
          <p:spPr>
            <a:xfrm>
              <a:off x="0" y="51328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8" name="Google Shape;8;p1"/>
            <p:cNvSpPr/>
            <p:nvPr/>
          </p:nvSpPr>
          <p:spPr>
            <a:xfrm>
              <a:off x="0" y="49942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 name="Google Shape;9;p1"/>
            <p:cNvSpPr/>
            <p:nvPr/>
          </p:nvSpPr>
          <p:spPr>
            <a:xfrm>
              <a:off x="0" y="485532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 name="Google Shape;10;p1"/>
            <p:cNvSpPr/>
            <p:nvPr/>
          </p:nvSpPr>
          <p:spPr>
            <a:xfrm>
              <a:off x="0" y="47163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 name="Google Shape;11;p1"/>
            <p:cNvSpPr/>
            <p:nvPr/>
          </p:nvSpPr>
          <p:spPr>
            <a:xfrm>
              <a:off x="0" y="457848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 name="Google Shape;12;p1"/>
            <p:cNvSpPr/>
            <p:nvPr/>
          </p:nvSpPr>
          <p:spPr>
            <a:xfrm>
              <a:off x="0" y="44395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 name="Google Shape;13;p1"/>
            <p:cNvSpPr/>
            <p:nvPr/>
          </p:nvSpPr>
          <p:spPr>
            <a:xfrm>
              <a:off x="0" y="43009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 name="Google Shape;14;p1"/>
            <p:cNvSpPr/>
            <p:nvPr/>
          </p:nvSpPr>
          <p:spPr>
            <a:xfrm>
              <a:off x="0" y="4161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 name="Google Shape;15;p1"/>
            <p:cNvSpPr/>
            <p:nvPr/>
          </p:nvSpPr>
          <p:spPr>
            <a:xfrm>
              <a:off x="0" y="40230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 name="Google Shape;16;p1"/>
            <p:cNvSpPr/>
            <p:nvPr/>
          </p:nvSpPr>
          <p:spPr>
            <a:xfrm>
              <a:off x="0" y="38844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 name="Google Shape;17;p1"/>
            <p:cNvSpPr/>
            <p:nvPr/>
          </p:nvSpPr>
          <p:spPr>
            <a:xfrm>
              <a:off x="0" y="374544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 name="Google Shape;18;p1"/>
            <p:cNvSpPr/>
            <p:nvPr/>
          </p:nvSpPr>
          <p:spPr>
            <a:xfrm>
              <a:off x="0" y="360756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 name="Google Shape;19;p1"/>
            <p:cNvSpPr/>
            <p:nvPr/>
          </p:nvSpPr>
          <p:spPr>
            <a:xfrm>
              <a:off x="0" y="346860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0" name="Google Shape;20;p1"/>
            <p:cNvSpPr/>
            <p:nvPr/>
          </p:nvSpPr>
          <p:spPr>
            <a:xfrm>
              <a:off x="0" y="33296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 name="Google Shape;21;p1"/>
            <p:cNvSpPr/>
            <p:nvPr/>
          </p:nvSpPr>
          <p:spPr>
            <a:xfrm>
              <a:off x="0" y="31910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 name="Google Shape;22;p1"/>
            <p:cNvSpPr/>
            <p:nvPr/>
          </p:nvSpPr>
          <p:spPr>
            <a:xfrm>
              <a:off x="0" y="305208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 name="Google Shape;23;p1"/>
            <p:cNvSpPr/>
            <p:nvPr/>
          </p:nvSpPr>
          <p:spPr>
            <a:xfrm>
              <a:off x="0" y="29131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4" name="Google Shape;24;p1"/>
            <p:cNvSpPr/>
            <p:nvPr/>
          </p:nvSpPr>
          <p:spPr>
            <a:xfrm>
              <a:off x="0" y="27741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 name="Google Shape;25;p1"/>
            <p:cNvSpPr/>
            <p:nvPr/>
          </p:nvSpPr>
          <p:spPr>
            <a:xfrm>
              <a:off x="0" y="26362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6" name="Google Shape;26;p1"/>
            <p:cNvSpPr/>
            <p:nvPr/>
          </p:nvSpPr>
          <p:spPr>
            <a:xfrm>
              <a:off x="0" y="24976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7" name="Google Shape;27;p1"/>
            <p:cNvSpPr/>
            <p:nvPr/>
          </p:nvSpPr>
          <p:spPr>
            <a:xfrm>
              <a:off x="0" y="23587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8" name="Google Shape;28;p1"/>
            <p:cNvSpPr/>
            <p:nvPr/>
          </p:nvSpPr>
          <p:spPr>
            <a:xfrm>
              <a:off x="0" y="22197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9" name="Google Shape;29;p1"/>
            <p:cNvSpPr/>
            <p:nvPr/>
          </p:nvSpPr>
          <p:spPr>
            <a:xfrm>
              <a:off x="0" y="20808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0" name="Google Shape;30;p1"/>
            <p:cNvSpPr/>
            <p:nvPr/>
          </p:nvSpPr>
          <p:spPr>
            <a:xfrm>
              <a:off x="0" y="19422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1" name="Google Shape;31;p1"/>
            <p:cNvSpPr/>
            <p:nvPr/>
          </p:nvSpPr>
          <p:spPr>
            <a:xfrm>
              <a:off x="0" y="18043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2" name="Google Shape;32;p1"/>
            <p:cNvSpPr/>
            <p:nvPr/>
          </p:nvSpPr>
          <p:spPr>
            <a:xfrm>
              <a:off x="0" y="166536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3" name="Google Shape;33;p1"/>
            <p:cNvSpPr/>
            <p:nvPr/>
          </p:nvSpPr>
          <p:spPr>
            <a:xfrm>
              <a:off x="0" y="1526400"/>
              <a:ext cx="9143280" cy="9000"/>
            </a:xfrm>
            <a:custGeom>
              <a:rect b="b" l="l" r="r" t="t"/>
              <a:pathLst>
                <a:path extrusionOk="0" h="305" w="257969">
                  <a:moveTo>
                    <a:pt x="0" y="1"/>
                  </a:moveTo>
                  <a:lnTo>
                    <a:pt x="257969" y="1"/>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4" name="Google Shape;34;p1"/>
            <p:cNvSpPr/>
            <p:nvPr/>
          </p:nvSpPr>
          <p:spPr>
            <a:xfrm>
              <a:off x="0" y="13874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5" name="Google Shape;35;p1"/>
            <p:cNvSpPr/>
            <p:nvPr/>
          </p:nvSpPr>
          <p:spPr>
            <a:xfrm>
              <a:off x="0" y="12488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6" name="Google Shape;36;p1"/>
            <p:cNvSpPr/>
            <p:nvPr/>
          </p:nvSpPr>
          <p:spPr>
            <a:xfrm>
              <a:off x="0" y="110988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7" name="Google Shape;37;p1"/>
            <p:cNvSpPr/>
            <p:nvPr/>
          </p:nvSpPr>
          <p:spPr>
            <a:xfrm>
              <a:off x="0" y="9709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8" name="Google Shape;38;p1"/>
            <p:cNvSpPr/>
            <p:nvPr/>
          </p:nvSpPr>
          <p:spPr>
            <a:xfrm>
              <a:off x="0" y="8330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9" name="Google Shape;39;p1"/>
            <p:cNvSpPr/>
            <p:nvPr/>
          </p:nvSpPr>
          <p:spPr>
            <a:xfrm>
              <a:off x="0" y="6944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0" name="Google Shape;40;p1"/>
            <p:cNvSpPr/>
            <p:nvPr/>
          </p:nvSpPr>
          <p:spPr>
            <a:xfrm>
              <a:off x="0" y="55548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1" name="Google Shape;41;p1"/>
            <p:cNvSpPr/>
            <p:nvPr/>
          </p:nvSpPr>
          <p:spPr>
            <a:xfrm>
              <a:off x="0" y="4165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2" name="Google Shape;42;p1"/>
            <p:cNvSpPr/>
            <p:nvPr/>
          </p:nvSpPr>
          <p:spPr>
            <a:xfrm>
              <a:off x="0" y="2775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3" name="Google Shape;43;p1"/>
            <p:cNvSpPr/>
            <p:nvPr/>
          </p:nvSpPr>
          <p:spPr>
            <a:xfrm>
              <a:off x="0" y="138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4" name="Google Shape;44;p1"/>
            <p:cNvSpPr/>
            <p:nvPr/>
          </p:nvSpPr>
          <p:spPr>
            <a:xfrm>
              <a:off x="0" y="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45" name="Google Shape;45;p1"/>
          <p:cNvSpPr txBox="1"/>
          <p:nvPr>
            <p:ph type="title"/>
          </p:nvPr>
        </p:nvSpPr>
        <p:spPr>
          <a:xfrm>
            <a:off x="1317600" y="1132200"/>
            <a:ext cx="6508440" cy="1998360"/>
          </a:xfrm>
          <a:prstGeom prst="rect">
            <a:avLst/>
          </a:prstGeom>
          <a:noFill/>
          <a:ln>
            <a:noFill/>
          </a:ln>
          <a:effectLst>
            <a:outerShdw blurRad="142920" rotWithShape="0">
              <a:srgbClr val="8FFFFF">
                <a:alpha val="38039"/>
              </a:srgbClr>
            </a:outerShdw>
          </a:effectLst>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46" name="Google Shape;46;p1"/>
          <p:cNvGrpSpPr/>
          <p:nvPr/>
        </p:nvGrpSpPr>
        <p:grpSpPr>
          <a:xfrm>
            <a:off x="0" y="607320"/>
            <a:ext cx="1284120" cy="586440"/>
            <a:chOff x="0" y="607320"/>
            <a:chExt cx="1284120" cy="586440"/>
          </a:xfrm>
        </p:grpSpPr>
        <p:sp>
          <p:nvSpPr>
            <p:cNvPr id="47" name="Google Shape;47;p1"/>
            <p:cNvSpPr/>
            <p:nvPr/>
          </p:nvSpPr>
          <p:spPr>
            <a:xfrm rot="-5400000">
              <a:off x="348840" y="258480"/>
              <a:ext cx="586440" cy="1284120"/>
            </a:xfrm>
            <a:prstGeom prst="flowChartOffpageConnector">
              <a:avLst/>
            </a:prstGeom>
            <a:gradFill>
              <a:gsLst>
                <a:gs pos="0">
                  <a:srgbClr val="1D2875"/>
                </a:gs>
                <a:gs pos="100000">
                  <a:srgbClr val="151B46"/>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48" name="Google Shape;48;p1"/>
            <p:cNvGrpSpPr/>
            <p:nvPr/>
          </p:nvGrpSpPr>
          <p:grpSpPr>
            <a:xfrm>
              <a:off x="360" y="779760"/>
              <a:ext cx="882720" cy="241560"/>
              <a:chOff x="360" y="779760"/>
              <a:chExt cx="882720" cy="241560"/>
            </a:xfrm>
          </p:grpSpPr>
          <p:sp>
            <p:nvSpPr>
              <p:cNvPr id="49" name="Google Shape;49;p1"/>
              <p:cNvSpPr/>
              <p:nvPr/>
            </p:nvSpPr>
            <p:spPr>
              <a:xfrm rot="10800000">
                <a:off x="731160" y="77976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 name="Google Shape;50;p1"/>
              <p:cNvSpPr/>
              <p:nvPr/>
            </p:nvSpPr>
            <p:spPr>
              <a:xfrm rot="10800000">
                <a:off x="585360" y="77976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1" name="Google Shape;51;p1"/>
              <p:cNvSpPr/>
              <p:nvPr/>
            </p:nvSpPr>
            <p:spPr>
              <a:xfrm rot="10800000">
                <a:off x="439200" y="77976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2" name="Google Shape;52;p1"/>
              <p:cNvSpPr/>
              <p:nvPr/>
            </p:nvSpPr>
            <p:spPr>
              <a:xfrm rot="10800000">
                <a:off x="293040" y="7797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3" name="Google Shape;53;p1"/>
              <p:cNvSpPr/>
              <p:nvPr/>
            </p:nvSpPr>
            <p:spPr>
              <a:xfrm rot="10800000">
                <a:off x="146880" y="77976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 name="Google Shape;54;p1"/>
              <p:cNvSpPr/>
              <p:nvPr/>
            </p:nvSpPr>
            <p:spPr>
              <a:xfrm rot="10800000">
                <a:off x="360" y="7797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grpSp>
        <p:nvGrpSpPr>
          <p:cNvPr id="55" name="Google Shape;55;p1"/>
          <p:cNvGrpSpPr/>
          <p:nvPr/>
        </p:nvGrpSpPr>
        <p:grpSpPr>
          <a:xfrm>
            <a:off x="-141480" y="2076840"/>
            <a:ext cx="552600" cy="98640"/>
            <a:chOff x="-141480" y="2076840"/>
            <a:chExt cx="552600" cy="98640"/>
          </a:xfrm>
        </p:grpSpPr>
        <p:sp>
          <p:nvSpPr>
            <p:cNvPr id="56" name="Google Shape;56;p1"/>
            <p:cNvSpPr/>
            <p:nvPr/>
          </p:nvSpPr>
          <p:spPr>
            <a:xfrm rot="5400000">
              <a:off x="312480" y="207684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57" name="Google Shape;57;p1"/>
            <p:cNvSpPr/>
            <p:nvPr/>
          </p:nvSpPr>
          <p:spPr>
            <a:xfrm rot="5400000">
              <a:off x="339120" y="210348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8" name="Google Shape;58;p1"/>
            <p:cNvSpPr/>
            <p:nvPr/>
          </p:nvSpPr>
          <p:spPr>
            <a:xfrm rot="5400000">
              <a:off x="-141480" y="207972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59" name="Google Shape;59;p1"/>
            <p:cNvSpPr/>
            <p:nvPr/>
          </p:nvSpPr>
          <p:spPr>
            <a:xfrm rot="5400000">
              <a:off x="-117720" y="210384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 name="Google Shape;60;p1"/>
            <p:cNvSpPr/>
            <p:nvPr/>
          </p:nvSpPr>
          <p:spPr>
            <a:xfrm rot="5400000">
              <a:off x="134640" y="194112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61" name="Google Shape;61;p1"/>
          <p:cNvGrpSpPr/>
          <p:nvPr/>
        </p:nvGrpSpPr>
        <p:grpSpPr>
          <a:xfrm>
            <a:off x="-1414440" y="3058560"/>
            <a:ext cx="2297520" cy="347040"/>
            <a:chOff x="-1414440" y="3058560"/>
            <a:chExt cx="2297520" cy="347040"/>
          </a:xfrm>
        </p:grpSpPr>
        <p:sp>
          <p:nvSpPr>
            <p:cNvPr id="62" name="Google Shape;62;p1"/>
            <p:cNvSpPr/>
            <p:nvPr/>
          </p:nvSpPr>
          <p:spPr>
            <a:xfrm>
              <a:off x="-1414440" y="3337920"/>
              <a:ext cx="1994400" cy="67680"/>
            </a:xfrm>
            <a:prstGeom prst="roundRect">
              <a:avLst>
                <a:gd fmla="val 50000" name="adj"/>
              </a:avLst>
            </a:prstGeom>
            <a:gradFill>
              <a:gsLst>
                <a:gs pos="0">
                  <a:srgbClr val="151B46"/>
                </a:gs>
                <a:gs pos="100000">
                  <a:srgbClr val="8FFFFF"/>
                </a:gs>
              </a:gsLst>
              <a:lin ang="26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 name="Google Shape;63;p1"/>
            <p:cNvSpPr/>
            <p:nvPr/>
          </p:nvSpPr>
          <p:spPr>
            <a:xfrm>
              <a:off x="-1111320" y="3058560"/>
              <a:ext cx="1994400" cy="67680"/>
            </a:xfrm>
            <a:prstGeom prst="roundRect">
              <a:avLst>
                <a:gd fmla="val 50000" name="adj"/>
              </a:avLst>
            </a:prstGeom>
            <a:gradFill>
              <a:gsLst>
                <a:gs pos="0">
                  <a:srgbClr val="151B46"/>
                </a:gs>
                <a:gs pos="100000">
                  <a:srgbClr val="8FFFFF"/>
                </a:gs>
              </a:gsLst>
              <a:lin ang="26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64" name="Google Shape;64;p1"/>
          <p:cNvGrpSpPr/>
          <p:nvPr/>
        </p:nvGrpSpPr>
        <p:grpSpPr>
          <a:xfrm>
            <a:off x="-799200" y="4138920"/>
            <a:ext cx="1822320" cy="196560"/>
            <a:chOff x="-799200" y="4138920"/>
            <a:chExt cx="1822320" cy="196560"/>
          </a:xfrm>
        </p:grpSpPr>
        <p:sp>
          <p:nvSpPr>
            <p:cNvPr id="65" name="Google Shape;65;p1"/>
            <p:cNvSpPr/>
            <p:nvPr/>
          </p:nvSpPr>
          <p:spPr>
            <a:xfrm flipH="1">
              <a:off x="-799200" y="4185360"/>
              <a:ext cx="1723680" cy="150120"/>
            </a:xfrm>
            <a:custGeom>
              <a:rect b="b" l="l" r="r" t="t"/>
              <a:pathLst>
                <a:path extrusionOk="0" fill="none" h="4834" w="55332">
                  <a:moveTo>
                    <a:pt x="55331" y="4834"/>
                  </a:moveTo>
                  <a:lnTo>
                    <a:pt x="28930" y="4834"/>
                  </a:lnTo>
                  <a:lnTo>
                    <a:pt x="27294" y="3198"/>
                  </a:lnTo>
                  <a:lnTo>
                    <a:pt x="24072" y="0"/>
                  </a:lnTo>
                  <a:lnTo>
                    <a:pt x="1" y="0"/>
                  </a:lnTo>
                </a:path>
              </a:pathLst>
            </a:custGeom>
            <a:noFill/>
            <a:ln cap="rnd" cmpd="sng" w="19050">
              <a:solidFill>
                <a:srgbClr val="95FFAE"/>
              </a:solidFill>
              <a:prstDash val="solid"/>
              <a:round/>
              <a:headEnd len="sm" w="sm" type="none"/>
              <a:tailEnd len="sm" w="sm" type="none"/>
            </a:ln>
          </p:spPr>
          <p:txBody>
            <a:bodyPr anchorCtr="0" anchor="ctr" bIns="75225" lIns="91425" spcFirstLastPara="1" rIns="91425" wrap="square" tIns="752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6" name="Google Shape;66;p1"/>
            <p:cNvSpPr/>
            <p:nvPr/>
          </p:nvSpPr>
          <p:spPr>
            <a:xfrm flipH="1">
              <a:off x="931680" y="4138920"/>
              <a:ext cx="91440" cy="91440"/>
            </a:xfrm>
            <a:custGeom>
              <a:rect b="b" l="l" r="r" t="t"/>
              <a:pathLst>
                <a:path extrusionOk="0" fill="none" h="2951" w="2951">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7" name="Google Shape;67;p1"/>
            <p:cNvSpPr/>
            <p:nvPr/>
          </p:nvSpPr>
          <p:spPr>
            <a:xfrm flipH="1">
              <a:off x="955080" y="4163760"/>
              <a:ext cx="42840" cy="42120"/>
            </a:xfrm>
            <a:custGeom>
              <a:rect b="b" l="l" r="r" t="t"/>
              <a:pathLst>
                <a:path extrusionOk="0" h="1365" w="1389">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68" name="Google Shape;68;p1"/>
          <p:cNvSpPr/>
          <p:nvPr/>
        </p:nvSpPr>
        <p:spPr>
          <a:xfrm rot="10800000">
            <a:off x="8028000" y="2479320"/>
            <a:ext cx="1994400" cy="67680"/>
          </a:xfrm>
          <a:prstGeom prst="roundRect">
            <a:avLst>
              <a:gd fmla="val 50000" name="adj"/>
            </a:avLst>
          </a:prstGeom>
          <a:gradFill>
            <a:gsLst>
              <a:gs pos="0">
                <a:srgbClr val="151B46"/>
              </a:gs>
              <a:gs pos="100000">
                <a:srgbClr val="8FFFFF"/>
              </a:gs>
            </a:gsLst>
            <a:lin ang="134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 name="Google Shape;69;p1"/>
          <p:cNvSpPr/>
          <p:nvPr/>
        </p:nvSpPr>
        <p:spPr>
          <a:xfrm rot="10800000">
            <a:off x="8557560" y="3859560"/>
            <a:ext cx="586440" cy="1284120"/>
          </a:xfrm>
          <a:prstGeom prst="flowChartOffpageConnector">
            <a:avLst/>
          </a:prstGeom>
          <a:gradFill>
            <a:gsLst>
              <a:gs pos="0">
                <a:srgbClr val="1D2875"/>
              </a:gs>
              <a:gs pos="100000">
                <a:srgbClr val="151B4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 name="Google Shape;70;p1"/>
          <p:cNvSpPr/>
          <p:nvPr/>
        </p:nvSpPr>
        <p:spPr>
          <a:xfrm rot="5400000">
            <a:off x="8206560" y="-348840"/>
            <a:ext cx="586440" cy="1284120"/>
          </a:xfrm>
          <a:prstGeom prst="flowChartOffpageConnector">
            <a:avLst/>
          </a:prstGeom>
          <a:gradFill>
            <a:gsLst>
              <a:gs pos="0">
                <a:srgbClr val="1D2875"/>
              </a:gs>
              <a:gs pos="100000">
                <a:srgbClr val="151B46"/>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71" name="Google Shape;71;p1"/>
          <p:cNvGrpSpPr/>
          <p:nvPr/>
        </p:nvGrpSpPr>
        <p:grpSpPr>
          <a:xfrm>
            <a:off x="7812720" y="997920"/>
            <a:ext cx="1520640" cy="301680"/>
            <a:chOff x="7812720" y="997920"/>
            <a:chExt cx="1520640" cy="301680"/>
          </a:xfrm>
        </p:grpSpPr>
        <p:sp>
          <p:nvSpPr>
            <p:cNvPr id="72" name="Google Shape;72;p1"/>
            <p:cNvSpPr/>
            <p:nvPr/>
          </p:nvSpPr>
          <p:spPr>
            <a:xfrm>
              <a:off x="7906320" y="1044360"/>
              <a:ext cx="1335240" cy="209160"/>
            </a:xfrm>
            <a:custGeom>
              <a:rect b="b" l="l" r="r" t="t"/>
              <a:pathLst>
                <a:path extrusionOk="0" fill="none" h="6719" w="42863">
                  <a:moveTo>
                    <a:pt x="1" y="0"/>
                  </a:moveTo>
                  <a:lnTo>
                    <a:pt x="19064" y="0"/>
                  </a:lnTo>
                  <a:lnTo>
                    <a:pt x="25782" y="6718"/>
                  </a:lnTo>
                  <a:lnTo>
                    <a:pt x="42862" y="6718"/>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3" name="Google Shape;73;p1"/>
            <p:cNvSpPr/>
            <p:nvPr/>
          </p:nvSpPr>
          <p:spPr>
            <a:xfrm>
              <a:off x="9241920" y="1208160"/>
              <a:ext cx="91440" cy="91440"/>
            </a:xfrm>
            <a:custGeom>
              <a:rect b="b" l="l" r="r" t="t"/>
              <a:pathLst>
                <a:path extrusionOk="0" fill="none" h="2951" w="2951">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4" name="Google Shape;74;p1"/>
            <p:cNvSpPr/>
            <p:nvPr/>
          </p:nvSpPr>
          <p:spPr>
            <a:xfrm>
              <a:off x="9265680" y="1232640"/>
              <a:ext cx="42840" cy="42120"/>
            </a:xfrm>
            <a:custGeom>
              <a:rect b="b" l="l" r="r" t="t"/>
              <a:pathLst>
                <a:path extrusionOk="0" h="1365" w="1389">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 name="Google Shape;75;p1"/>
            <p:cNvSpPr/>
            <p:nvPr/>
          </p:nvSpPr>
          <p:spPr>
            <a:xfrm>
              <a:off x="7812720" y="997920"/>
              <a:ext cx="91440" cy="92520"/>
            </a:xfrm>
            <a:custGeom>
              <a:rect b="b" l="l" r="r" t="t"/>
              <a:pathLst>
                <a:path extrusionOk="0" fill="none" h="2976" w="2951">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cap="rnd" cmpd="sng" w="19050">
              <a:solidFill>
                <a:srgbClr val="95FFAE"/>
              </a:solidFill>
              <a:prstDash val="solid"/>
              <a:round/>
              <a:headEnd len="sm" w="sm" type="none"/>
              <a:tailEnd len="sm" w="sm" type="none"/>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6" name="Google Shape;76;p1"/>
            <p:cNvSpPr/>
            <p:nvPr/>
          </p:nvSpPr>
          <p:spPr>
            <a:xfrm>
              <a:off x="7836840" y="1022760"/>
              <a:ext cx="42840" cy="42840"/>
            </a:xfrm>
            <a:custGeom>
              <a:rect b="b" l="l" r="r" t="t"/>
              <a:pathLst>
                <a:path extrusionOk="0" h="1389" w="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77" name="Google Shape;77;p1"/>
          <p:cNvGrpSpPr/>
          <p:nvPr/>
        </p:nvGrpSpPr>
        <p:grpSpPr>
          <a:xfrm>
            <a:off x="8496000" y="1713600"/>
            <a:ext cx="882720" cy="241560"/>
            <a:chOff x="8496000" y="1713600"/>
            <a:chExt cx="882720" cy="241560"/>
          </a:xfrm>
        </p:grpSpPr>
        <p:sp>
          <p:nvSpPr>
            <p:cNvPr id="78" name="Google Shape;78;p1"/>
            <p:cNvSpPr/>
            <p:nvPr/>
          </p:nvSpPr>
          <p:spPr>
            <a:xfrm>
              <a:off x="8496000" y="171360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 name="Google Shape;79;p1"/>
            <p:cNvSpPr/>
            <p:nvPr/>
          </p:nvSpPr>
          <p:spPr>
            <a:xfrm>
              <a:off x="8643240" y="171360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 name="Google Shape;80;p1"/>
            <p:cNvSpPr/>
            <p:nvPr/>
          </p:nvSpPr>
          <p:spPr>
            <a:xfrm>
              <a:off x="8789760" y="171360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 name="Google Shape;81;p1"/>
            <p:cNvSpPr/>
            <p:nvPr/>
          </p:nvSpPr>
          <p:spPr>
            <a:xfrm>
              <a:off x="8935920" y="171360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2" name="Google Shape;82;p1"/>
            <p:cNvSpPr/>
            <p:nvPr/>
          </p:nvSpPr>
          <p:spPr>
            <a:xfrm>
              <a:off x="9082080" y="171360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3" name="Google Shape;83;p1"/>
            <p:cNvSpPr/>
            <p:nvPr/>
          </p:nvSpPr>
          <p:spPr>
            <a:xfrm>
              <a:off x="9228240" y="171360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84" name="Google Shape;84;p1"/>
          <p:cNvGrpSpPr/>
          <p:nvPr/>
        </p:nvGrpSpPr>
        <p:grpSpPr>
          <a:xfrm>
            <a:off x="8267400" y="3231000"/>
            <a:ext cx="1105560" cy="133560"/>
            <a:chOff x="8267400" y="3231000"/>
            <a:chExt cx="1105560" cy="133560"/>
          </a:xfrm>
        </p:grpSpPr>
        <p:grpSp>
          <p:nvGrpSpPr>
            <p:cNvPr id="85" name="Google Shape;85;p1"/>
            <p:cNvGrpSpPr/>
            <p:nvPr/>
          </p:nvGrpSpPr>
          <p:grpSpPr>
            <a:xfrm>
              <a:off x="8267400" y="3313800"/>
              <a:ext cx="883080" cy="50760"/>
              <a:chOff x="8267400" y="3313800"/>
              <a:chExt cx="883080" cy="50760"/>
            </a:xfrm>
          </p:grpSpPr>
          <p:sp>
            <p:nvSpPr>
              <p:cNvPr id="86" name="Google Shape;86;p1"/>
              <p:cNvSpPr/>
              <p:nvPr/>
            </p:nvSpPr>
            <p:spPr>
              <a:xfrm>
                <a:off x="8267400" y="33138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 name="Google Shape;87;p1"/>
              <p:cNvSpPr/>
              <p:nvPr/>
            </p:nvSpPr>
            <p:spPr>
              <a:xfrm>
                <a:off x="8359920" y="33138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 name="Google Shape;88;p1"/>
              <p:cNvSpPr/>
              <p:nvPr/>
            </p:nvSpPr>
            <p:spPr>
              <a:xfrm>
                <a:off x="8452440" y="33138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 name="Google Shape;89;p1"/>
              <p:cNvSpPr/>
              <p:nvPr/>
            </p:nvSpPr>
            <p:spPr>
              <a:xfrm>
                <a:off x="8544960" y="33138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0" name="Google Shape;90;p1"/>
              <p:cNvSpPr/>
              <p:nvPr/>
            </p:nvSpPr>
            <p:spPr>
              <a:xfrm>
                <a:off x="8637120" y="33138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 name="Google Shape;91;p1"/>
              <p:cNvSpPr/>
              <p:nvPr/>
            </p:nvSpPr>
            <p:spPr>
              <a:xfrm>
                <a:off x="8729640" y="33138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 name="Google Shape;92;p1"/>
              <p:cNvSpPr/>
              <p:nvPr/>
            </p:nvSpPr>
            <p:spPr>
              <a:xfrm>
                <a:off x="8822160" y="33138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 name="Google Shape;93;p1"/>
              <p:cNvSpPr/>
              <p:nvPr/>
            </p:nvSpPr>
            <p:spPr>
              <a:xfrm>
                <a:off x="8914680" y="33138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4" name="Google Shape;94;p1"/>
              <p:cNvSpPr/>
              <p:nvPr/>
            </p:nvSpPr>
            <p:spPr>
              <a:xfrm>
                <a:off x="9007200" y="33138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5" name="Google Shape;95;p1"/>
              <p:cNvSpPr/>
              <p:nvPr/>
            </p:nvSpPr>
            <p:spPr>
              <a:xfrm>
                <a:off x="9099720" y="33138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96" name="Google Shape;96;p1"/>
            <p:cNvGrpSpPr/>
            <p:nvPr/>
          </p:nvGrpSpPr>
          <p:grpSpPr>
            <a:xfrm>
              <a:off x="8490240" y="3231000"/>
              <a:ext cx="882720" cy="50760"/>
              <a:chOff x="8490240" y="3231000"/>
              <a:chExt cx="882720" cy="50760"/>
            </a:xfrm>
          </p:grpSpPr>
          <p:sp>
            <p:nvSpPr>
              <p:cNvPr id="97" name="Google Shape;97;p1"/>
              <p:cNvSpPr/>
              <p:nvPr/>
            </p:nvSpPr>
            <p:spPr>
              <a:xfrm>
                <a:off x="8490240" y="3231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8" name="Google Shape;98;p1"/>
              <p:cNvSpPr/>
              <p:nvPr/>
            </p:nvSpPr>
            <p:spPr>
              <a:xfrm>
                <a:off x="8582400" y="3231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9" name="Google Shape;99;p1"/>
              <p:cNvSpPr/>
              <p:nvPr/>
            </p:nvSpPr>
            <p:spPr>
              <a:xfrm>
                <a:off x="8674920" y="3231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0" name="Google Shape;100;p1"/>
              <p:cNvSpPr/>
              <p:nvPr/>
            </p:nvSpPr>
            <p:spPr>
              <a:xfrm>
                <a:off x="8767440" y="3231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1" name="Google Shape;101;p1"/>
              <p:cNvSpPr/>
              <p:nvPr/>
            </p:nvSpPr>
            <p:spPr>
              <a:xfrm>
                <a:off x="8859960" y="3231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2" name="Google Shape;102;p1"/>
              <p:cNvSpPr/>
              <p:nvPr/>
            </p:nvSpPr>
            <p:spPr>
              <a:xfrm>
                <a:off x="8952480" y="3231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3" name="Google Shape;103;p1"/>
              <p:cNvSpPr/>
              <p:nvPr/>
            </p:nvSpPr>
            <p:spPr>
              <a:xfrm>
                <a:off x="9045000" y="3231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4" name="Google Shape;104;p1"/>
              <p:cNvSpPr/>
              <p:nvPr/>
            </p:nvSpPr>
            <p:spPr>
              <a:xfrm>
                <a:off x="9137520" y="3231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5" name="Google Shape;105;p1"/>
              <p:cNvSpPr/>
              <p:nvPr/>
            </p:nvSpPr>
            <p:spPr>
              <a:xfrm>
                <a:off x="9229680" y="3231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6" name="Google Shape;106;p1"/>
              <p:cNvSpPr/>
              <p:nvPr/>
            </p:nvSpPr>
            <p:spPr>
              <a:xfrm>
                <a:off x="9322200" y="3231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grpSp>
        <p:nvGrpSpPr>
          <p:cNvPr id="107" name="Google Shape;107;p1"/>
          <p:cNvGrpSpPr/>
          <p:nvPr/>
        </p:nvGrpSpPr>
        <p:grpSpPr>
          <a:xfrm>
            <a:off x="7911360" y="4536000"/>
            <a:ext cx="1520280" cy="301680"/>
            <a:chOff x="7911360" y="4536000"/>
            <a:chExt cx="1520280" cy="301680"/>
          </a:xfrm>
        </p:grpSpPr>
        <p:sp>
          <p:nvSpPr>
            <p:cNvPr id="108" name="Google Shape;108;p1"/>
            <p:cNvSpPr/>
            <p:nvPr/>
          </p:nvSpPr>
          <p:spPr>
            <a:xfrm rot="5400000">
              <a:off x="8567640" y="4019400"/>
              <a:ext cx="209160" cy="1335240"/>
            </a:xfrm>
            <a:custGeom>
              <a:rect b="b" l="l" r="r" t="t"/>
              <a:pathLst>
                <a:path extrusionOk="0" fill="none" h="42862" w="6719">
                  <a:moveTo>
                    <a:pt x="0" y="42862"/>
                  </a:moveTo>
                  <a:lnTo>
                    <a:pt x="0" y="23799"/>
                  </a:lnTo>
                  <a:lnTo>
                    <a:pt x="6718" y="17056"/>
                  </a:lnTo>
                  <a:lnTo>
                    <a:pt x="6718"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9" name="Google Shape;109;p1"/>
            <p:cNvSpPr/>
            <p:nvPr/>
          </p:nvSpPr>
          <p:spPr>
            <a:xfrm rot="5400000">
              <a:off x="9340200" y="4746240"/>
              <a:ext cx="91440" cy="91440"/>
            </a:xfrm>
            <a:custGeom>
              <a:rect b="b" l="l" r="r" t="t"/>
              <a:pathLst>
                <a:path extrusionOk="0" fill="none" h="2951" w="2951">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0" name="Google Shape;110;p1"/>
            <p:cNvSpPr/>
            <p:nvPr/>
          </p:nvSpPr>
          <p:spPr>
            <a:xfrm rot="5400000">
              <a:off x="9365040" y="4770360"/>
              <a:ext cx="42840" cy="42840"/>
            </a:xfrm>
            <a:custGeom>
              <a:rect b="b" l="l" r="r" t="t"/>
              <a:pathLst>
                <a:path extrusionOk="0" h="1389" w="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1" name="Google Shape;111;p1"/>
            <p:cNvSpPr/>
            <p:nvPr/>
          </p:nvSpPr>
          <p:spPr>
            <a:xfrm rot="5400000">
              <a:off x="7911360" y="4536000"/>
              <a:ext cx="91440" cy="91440"/>
            </a:xfrm>
            <a:custGeom>
              <a:rect b="b" l="l" r="r" t="t"/>
              <a:pathLst>
                <a:path extrusionOk="0" fill="none" h="2951" w="2951">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2" name="Google Shape;112;p1"/>
            <p:cNvSpPr/>
            <p:nvPr/>
          </p:nvSpPr>
          <p:spPr>
            <a:xfrm rot="5400000">
              <a:off x="7935480" y="4561200"/>
              <a:ext cx="42840" cy="42120"/>
            </a:xfrm>
            <a:custGeom>
              <a:rect b="b" l="l" r="r" t="t"/>
              <a:pathLst>
                <a:path extrusionOk="0" h="1365" w="1389">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13" name="Google Shape;113;p1"/>
          <p:cNvGrpSpPr/>
          <p:nvPr/>
        </p:nvGrpSpPr>
        <p:grpSpPr>
          <a:xfrm>
            <a:off x="1710360" y="-108000"/>
            <a:ext cx="1520640" cy="301680"/>
            <a:chOff x="1710360" y="-108000"/>
            <a:chExt cx="1520640" cy="301680"/>
          </a:xfrm>
        </p:grpSpPr>
        <p:sp>
          <p:nvSpPr>
            <p:cNvPr id="114" name="Google Shape;114;p1"/>
            <p:cNvSpPr/>
            <p:nvPr/>
          </p:nvSpPr>
          <p:spPr>
            <a:xfrm>
              <a:off x="1803960" y="-61560"/>
              <a:ext cx="1335240" cy="209160"/>
            </a:xfrm>
            <a:custGeom>
              <a:rect b="b" l="l" r="r" t="t"/>
              <a:pathLst>
                <a:path extrusionOk="0" fill="none" h="6719" w="42863">
                  <a:moveTo>
                    <a:pt x="1" y="0"/>
                  </a:moveTo>
                  <a:lnTo>
                    <a:pt x="19064" y="0"/>
                  </a:lnTo>
                  <a:lnTo>
                    <a:pt x="25782" y="6718"/>
                  </a:lnTo>
                  <a:lnTo>
                    <a:pt x="42862" y="6718"/>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5" name="Google Shape;115;p1"/>
            <p:cNvSpPr/>
            <p:nvPr/>
          </p:nvSpPr>
          <p:spPr>
            <a:xfrm>
              <a:off x="3139560" y="102240"/>
              <a:ext cx="91440" cy="91440"/>
            </a:xfrm>
            <a:custGeom>
              <a:rect b="b" l="l" r="r" t="t"/>
              <a:pathLst>
                <a:path extrusionOk="0" fill="none" h="2951" w="2951">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6" name="Google Shape;116;p1"/>
            <p:cNvSpPr/>
            <p:nvPr/>
          </p:nvSpPr>
          <p:spPr>
            <a:xfrm>
              <a:off x="3163320" y="126720"/>
              <a:ext cx="42840" cy="42120"/>
            </a:xfrm>
            <a:custGeom>
              <a:rect b="b" l="l" r="r" t="t"/>
              <a:pathLst>
                <a:path extrusionOk="0" h="1365" w="1389">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7" name="Google Shape;117;p1"/>
            <p:cNvSpPr/>
            <p:nvPr/>
          </p:nvSpPr>
          <p:spPr>
            <a:xfrm>
              <a:off x="1710360" y="-108000"/>
              <a:ext cx="91440" cy="92520"/>
            </a:xfrm>
            <a:custGeom>
              <a:rect b="b" l="l" r="r" t="t"/>
              <a:pathLst>
                <a:path extrusionOk="0" fill="none" h="2976" w="2951">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cap="rnd" cmpd="sng" w="19050">
              <a:solidFill>
                <a:srgbClr val="95FFAE"/>
              </a:solidFill>
              <a:prstDash val="solid"/>
              <a:round/>
              <a:headEnd len="sm" w="sm" type="none"/>
              <a:tailEnd len="sm" w="sm" type="none"/>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8" name="Google Shape;118;p1"/>
            <p:cNvSpPr/>
            <p:nvPr/>
          </p:nvSpPr>
          <p:spPr>
            <a:xfrm>
              <a:off x="1734120" y="-83160"/>
              <a:ext cx="42840" cy="42840"/>
            </a:xfrm>
            <a:custGeom>
              <a:rect b="b" l="l" r="r" t="t"/>
              <a:pathLst>
                <a:path extrusionOk="0" h="1389" w="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19" name="Google Shape;119;p1"/>
          <p:cNvGrpSpPr/>
          <p:nvPr/>
        </p:nvGrpSpPr>
        <p:grpSpPr>
          <a:xfrm>
            <a:off x="6421320" y="-1455120"/>
            <a:ext cx="347040" cy="2297160"/>
            <a:chOff x="6421320" y="-1455120"/>
            <a:chExt cx="347040" cy="2297160"/>
          </a:xfrm>
        </p:grpSpPr>
        <p:sp>
          <p:nvSpPr>
            <p:cNvPr id="120" name="Google Shape;120;p1"/>
            <p:cNvSpPr/>
            <p:nvPr/>
          </p:nvSpPr>
          <p:spPr>
            <a:xfrm rot="5400000">
              <a:off x="5457960" y="-491760"/>
              <a:ext cx="1994400" cy="67680"/>
            </a:xfrm>
            <a:prstGeom prst="roundRect">
              <a:avLst>
                <a:gd fmla="val 50000" name="adj"/>
              </a:avLst>
            </a:prstGeom>
            <a:gradFill>
              <a:gsLst>
                <a:gs pos="0">
                  <a:srgbClr val="151B46"/>
                </a:gs>
                <a:gs pos="100000">
                  <a:srgbClr val="8FFFFF"/>
                </a:gs>
              </a:gsLst>
              <a:lin ang="80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1" name="Google Shape;121;p1"/>
            <p:cNvSpPr/>
            <p:nvPr/>
          </p:nvSpPr>
          <p:spPr>
            <a:xfrm rot="5400000">
              <a:off x="5737320" y="-189000"/>
              <a:ext cx="1994400" cy="67680"/>
            </a:xfrm>
            <a:prstGeom prst="roundRect">
              <a:avLst>
                <a:gd fmla="val 50000" name="adj"/>
              </a:avLst>
            </a:prstGeom>
            <a:gradFill>
              <a:gsLst>
                <a:gs pos="0">
                  <a:srgbClr val="151B46"/>
                </a:gs>
                <a:gs pos="100000">
                  <a:srgbClr val="8FFFFF"/>
                </a:gs>
              </a:gsLst>
              <a:lin ang="80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122" name="Google Shape;122;p1"/>
          <p:cNvSpPr/>
          <p:nvPr/>
        </p:nvSpPr>
        <p:spPr>
          <a:xfrm rot="10800000">
            <a:off x="1024200" y="4389840"/>
            <a:ext cx="586440" cy="1284120"/>
          </a:xfrm>
          <a:prstGeom prst="flowChartOffpageConnector">
            <a:avLst/>
          </a:prstGeom>
          <a:gradFill>
            <a:gsLst>
              <a:gs pos="0">
                <a:srgbClr val="1D2875"/>
              </a:gs>
              <a:gs pos="100000">
                <a:srgbClr val="151B4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3" name="Google Shape;123;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D2875"/>
            </a:gs>
            <a:gs pos="100000">
              <a:srgbClr val="000000"/>
            </a:gs>
          </a:gsLst>
          <a:path path="circle">
            <a:fillToRect b="50%" l="50%" r="50%" t="50%"/>
          </a:path>
          <a:tileRect/>
        </a:gradFill>
      </p:bgPr>
    </p:bg>
    <p:spTree>
      <p:nvGrpSpPr>
        <p:cNvPr id="127" name="Shape 127"/>
        <p:cNvGrpSpPr/>
        <p:nvPr/>
      </p:nvGrpSpPr>
      <p:grpSpPr>
        <a:xfrm>
          <a:off x="0" y="0"/>
          <a:ext cx="0" cy="0"/>
          <a:chOff x="0" y="0"/>
          <a:chExt cx="0" cy="0"/>
        </a:xfrm>
      </p:grpSpPr>
      <p:grpSp>
        <p:nvGrpSpPr>
          <p:cNvPr id="128" name="Google Shape;128;p3"/>
          <p:cNvGrpSpPr/>
          <p:nvPr/>
        </p:nvGrpSpPr>
        <p:grpSpPr>
          <a:xfrm>
            <a:off x="0" y="0"/>
            <a:ext cx="9143280" cy="5142960"/>
            <a:chOff x="0" y="0"/>
            <a:chExt cx="9143280" cy="5142960"/>
          </a:xfrm>
        </p:grpSpPr>
        <p:sp>
          <p:nvSpPr>
            <p:cNvPr id="129" name="Google Shape;129;p3"/>
            <p:cNvSpPr/>
            <p:nvPr/>
          </p:nvSpPr>
          <p:spPr>
            <a:xfrm>
              <a:off x="0" y="51328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0" name="Google Shape;130;p3"/>
            <p:cNvSpPr/>
            <p:nvPr/>
          </p:nvSpPr>
          <p:spPr>
            <a:xfrm>
              <a:off x="0" y="49942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1" name="Google Shape;131;p3"/>
            <p:cNvSpPr/>
            <p:nvPr/>
          </p:nvSpPr>
          <p:spPr>
            <a:xfrm>
              <a:off x="0" y="485532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2" name="Google Shape;132;p3"/>
            <p:cNvSpPr/>
            <p:nvPr/>
          </p:nvSpPr>
          <p:spPr>
            <a:xfrm>
              <a:off x="0" y="47163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3" name="Google Shape;133;p3"/>
            <p:cNvSpPr/>
            <p:nvPr/>
          </p:nvSpPr>
          <p:spPr>
            <a:xfrm>
              <a:off x="0" y="457848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4" name="Google Shape;134;p3"/>
            <p:cNvSpPr/>
            <p:nvPr/>
          </p:nvSpPr>
          <p:spPr>
            <a:xfrm>
              <a:off x="0" y="44395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5" name="Google Shape;135;p3"/>
            <p:cNvSpPr/>
            <p:nvPr/>
          </p:nvSpPr>
          <p:spPr>
            <a:xfrm>
              <a:off x="0" y="43009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6" name="Google Shape;136;p3"/>
            <p:cNvSpPr/>
            <p:nvPr/>
          </p:nvSpPr>
          <p:spPr>
            <a:xfrm>
              <a:off x="0" y="4161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7" name="Google Shape;137;p3"/>
            <p:cNvSpPr/>
            <p:nvPr/>
          </p:nvSpPr>
          <p:spPr>
            <a:xfrm>
              <a:off x="0" y="40230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8" name="Google Shape;138;p3"/>
            <p:cNvSpPr/>
            <p:nvPr/>
          </p:nvSpPr>
          <p:spPr>
            <a:xfrm>
              <a:off x="0" y="38844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9" name="Google Shape;139;p3"/>
            <p:cNvSpPr/>
            <p:nvPr/>
          </p:nvSpPr>
          <p:spPr>
            <a:xfrm>
              <a:off x="0" y="374544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0" name="Google Shape;140;p3"/>
            <p:cNvSpPr/>
            <p:nvPr/>
          </p:nvSpPr>
          <p:spPr>
            <a:xfrm>
              <a:off x="0" y="360756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1" name="Google Shape;141;p3"/>
            <p:cNvSpPr/>
            <p:nvPr/>
          </p:nvSpPr>
          <p:spPr>
            <a:xfrm>
              <a:off x="0" y="346860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2" name="Google Shape;142;p3"/>
            <p:cNvSpPr/>
            <p:nvPr/>
          </p:nvSpPr>
          <p:spPr>
            <a:xfrm>
              <a:off x="0" y="33296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3" name="Google Shape;143;p3"/>
            <p:cNvSpPr/>
            <p:nvPr/>
          </p:nvSpPr>
          <p:spPr>
            <a:xfrm>
              <a:off x="0" y="31910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4" name="Google Shape;144;p3"/>
            <p:cNvSpPr/>
            <p:nvPr/>
          </p:nvSpPr>
          <p:spPr>
            <a:xfrm>
              <a:off x="0" y="305208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5" name="Google Shape;145;p3"/>
            <p:cNvSpPr/>
            <p:nvPr/>
          </p:nvSpPr>
          <p:spPr>
            <a:xfrm>
              <a:off x="0" y="29131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6" name="Google Shape;146;p3"/>
            <p:cNvSpPr/>
            <p:nvPr/>
          </p:nvSpPr>
          <p:spPr>
            <a:xfrm>
              <a:off x="0" y="27741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7" name="Google Shape;147;p3"/>
            <p:cNvSpPr/>
            <p:nvPr/>
          </p:nvSpPr>
          <p:spPr>
            <a:xfrm>
              <a:off x="0" y="26362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8" name="Google Shape;148;p3"/>
            <p:cNvSpPr/>
            <p:nvPr/>
          </p:nvSpPr>
          <p:spPr>
            <a:xfrm>
              <a:off x="0" y="24976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9" name="Google Shape;149;p3"/>
            <p:cNvSpPr/>
            <p:nvPr/>
          </p:nvSpPr>
          <p:spPr>
            <a:xfrm>
              <a:off x="0" y="23587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0" name="Google Shape;150;p3"/>
            <p:cNvSpPr/>
            <p:nvPr/>
          </p:nvSpPr>
          <p:spPr>
            <a:xfrm>
              <a:off x="0" y="22197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1" name="Google Shape;151;p3"/>
            <p:cNvSpPr/>
            <p:nvPr/>
          </p:nvSpPr>
          <p:spPr>
            <a:xfrm>
              <a:off x="0" y="20808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2" name="Google Shape;152;p3"/>
            <p:cNvSpPr/>
            <p:nvPr/>
          </p:nvSpPr>
          <p:spPr>
            <a:xfrm>
              <a:off x="0" y="19422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3" name="Google Shape;153;p3"/>
            <p:cNvSpPr/>
            <p:nvPr/>
          </p:nvSpPr>
          <p:spPr>
            <a:xfrm>
              <a:off x="0" y="18043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4" name="Google Shape;154;p3"/>
            <p:cNvSpPr/>
            <p:nvPr/>
          </p:nvSpPr>
          <p:spPr>
            <a:xfrm>
              <a:off x="0" y="166536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5" name="Google Shape;155;p3"/>
            <p:cNvSpPr/>
            <p:nvPr/>
          </p:nvSpPr>
          <p:spPr>
            <a:xfrm>
              <a:off x="0" y="1526400"/>
              <a:ext cx="9143280" cy="9000"/>
            </a:xfrm>
            <a:custGeom>
              <a:rect b="b" l="l" r="r" t="t"/>
              <a:pathLst>
                <a:path extrusionOk="0" h="305" w="257969">
                  <a:moveTo>
                    <a:pt x="0" y="1"/>
                  </a:moveTo>
                  <a:lnTo>
                    <a:pt x="257969" y="1"/>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6" name="Google Shape;156;p3"/>
            <p:cNvSpPr/>
            <p:nvPr/>
          </p:nvSpPr>
          <p:spPr>
            <a:xfrm>
              <a:off x="0" y="13874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7" name="Google Shape;157;p3"/>
            <p:cNvSpPr/>
            <p:nvPr/>
          </p:nvSpPr>
          <p:spPr>
            <a:xfrm>
              <a:off x="0" y="12488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8" name="Google Shape;158;p3"/>
            <p:cNvSpPr/>
            <p:nvPr/>
          </p:nvSpPr>
          <p:spPr>
            <a:xfrm>
              <a:off x="0" y="110988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9" name="Google Shape;159;p3"/>
            <p:cNvSpPr/>
            <p:nvPr/>
          </p:nvSpPr>
          <p:spPr>
            <a:xfrm>
              <a:off x="0" y="9709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0" name="Google Shape;160;p3"/>
            <p:cNvSpPr/>
            <p:nvPr/>
          </p:nvSpPr>
          <p:spPr>
            <a:xfrm>
              <a:off x="0" y="8330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1" name="Google Shape;161;p3"/>
            <p:cNvSpPr/>
            <p:nvPr/>
          </p:nvSpPr>
          <p:spPr>
            <a:xfrm>
              <a:off x="0" y="6944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2" name="Google Shape;162;p3"/>
            <p:cNvSpPr/>
            <p:nvPr/>
          </p:nvSpPr>
          <p:spPr>
            <a:xfrm>
              <a:off x="0" y="55548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3" name="Google Shape;163;p3"/>
            <p:cNvSpPr/>
            <p:nvPr/>
          </p:nvSpPr>
          <p:spPr>
            <a:xfrm>
              <a:off x="0" y="4165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4" name="Google Shape;164;p3"/>
            <p:cNvSpPr/>
            <p:nvPr/>
          </p:nvSpPr>
          <p:spPr>
            <a:xfrm>
              <a:off x="0" y="2775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5" name="Google Shape;165;p3"/>
            <p:cNvSpPr/>
            <p:nvPr/>
          </p:nvSpPr>
          <p:spPr>
            <a:xfrm>
              <a:off x="0" y="138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6" name="Google Shape;166;p3"/>
            <p:cNvSpPr/>
            <p:nvPr/>
          </p:nvSpPr>
          <p:spPr>
            <a:xfrm>
              <a:off x="0" y="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167" name="Google Shape;167;p3"/>
          <p:cNvSpPr txBox="1"/>
          <p:nvPr>
            <p:ph type="title"/>
          </p:nvPr>
        </p:nvSpPr>
        <p:spPr>
          <a:xfrm>
            <a:off x="865440" y="753480"/>
            <a:ext cx="4466520" cy="1141200"/>
          </a:xfrm>
          <a:prstGeom prst="rect">
            <a:avLst/>
          </a:prstGeom>
          <a:noFill/>
          <a:ln>
            <a:noFill/>
          </a:ln>
          <a:effectLst>
            <a:outerShdw blurRad="85680" rotWithShape="0">
              <a:srgbClr val="8FFFFF">
                <a:alpha val="40000"/>
              </a:srgbClr>
            </a:outerShdw>
          </a:effectLst>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68" name="Google Shape;168;p3"/>
          <p:cNvGrpSpPr/>
          <p:nvPr/>
        </p:nvGrpSpPr>
        <p:grpSpPr>
          <a:xfrm>
            <a:off x="246060" y="1696860"/>
            <a:ext cx="241560" cy="882720"/>
            <a:chOff x="246060" y="1696860"/>
            <a:chExt cx="241560" cy="882720"/>
          </a:xfrm>
        </p:grpSpPr>
        <p:sp>
          <p:nvSpPr>
            <p:cNvPr id="169" name="Google Shape;169;p3"/>
            <p:cNvSpPr/>
            <p:nvPr/>
          </p:nvSpPr>
          <p:spPr>
            <a:xfrm rot="5400000">
              <a:off x="290880" y="165204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0" name="Google Shape;170;p3"/>
            <p:cNvSpPr/>
            <p:nvPr/>
          </p:nvSpPr>
          <p:spPr>
            <a:xfrm rot="5400000">
              <a:off x="291600" y="179856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1" name="Google Shape;171;p3"/>
            <p:cNvSpPr/>
            <p:nvPr/>
          </p:nvSpPr>
          <p:spPr>
            <a:xfrm rot="5400000">
              <a:off x="291600" y="194472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2" name="Google Shape;172;p3"/>
            <p:cNvSpPr/>
            <p:nvPr/>
          </p:nvSpPr>
          <p:spPr>
            <a:xfrm rot="5400000">
              <a:off x="291600" y="209088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3" name="Google Shape;173;p3"/>
            <p:cNvSpPr/>
            <p:nvPr/>
          </p:nvSpPr>
          <p:spPr>
            <a:xfrm rot="5400000">
              <a:off x="291600" y="223740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4" name="Google Shape;174;p3"/>
            <p:cNvSpPr/>
            <p:nvPr/>
          </p:nvSpPr>
          <p:spPr>
            <a:xfrm rot="5400000">
              <a:off x="291600" y="23835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75" name="Google Shape;175;p3"/>
          <p:cNvGrpSpPr/>
          <p:nvPr/>
        </p:nvGrpSpPr>
        <p:grpSpPr>
          <a:xfrm>
            <a:off x="2273040" y="-131040"/>
            <a:ext cx="1520280" cy="301320"/>
            <a:chOff x="2273040" y="-131040"/>
            <a:chExt cx="1520280" cy="301320"/>
          </a:xfrm>
        </p:grpSpPr>
        <p:sp>
          <p:nvSpPr>
            <p:cNvPr id="176" name="Google Shape;176;p3"/>
            <p:cNvSpPr/>
            <p:nvPr/>
          </p:nvSpPr>
          <p:spPr>
            <a:xfrm>
              <a:off x="2366280" y="-84600"/>
              <a:ext cx="1335240" cy="209160"/>
            </a:xfrm>
            <a:custGeom>
              <a:rect b="b" l="l" r="r" t="t"/>
              <a:pathLst>
                <a:path extrusionOk="0" fill="none" h="6719" w="42863">
                  <a:moveTo>
                    <a:pt x="1" y="0"/>
                  </a:moveTo>
                  <a:lnTo>
                    <a:pt x="19064" y="0"/>
                  </a:lnTo>
                  <a:lnTo>
                    <a:pt x="25782" y="6718"/>
                  </a:lnTo>
                  <a:lnTo>
                    <a:pt x="42862" y="6718"/>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7" name="Google Shape;177;p3"/>
            <p:cNvSpPr/>
            <p:nvPr/>
          </p:nvSpPr>
          <p:spPr>
            <a:xfrm>
              <a:off x="3701880" y="78840"/>
              <a:ext cx="91440" cy="91440"/>
            </a:xfrm>
            <a:custGeom>
              <a:rect b="b" l="l" r="r" t="t"/>
              <a:pathLst>
                <a:path extrusionOk="0" fill="none" h="2951" w="2951">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8" name="Google Shape;178;p3"/>
            <p:cNvSpPr/>
            <p:nvPr/>
          </p:nvSpPr>
          <p:spPr>
            <a:xfrm>
              <a:off x="3726000" y="103680"/>
              <a:ext cx="42840" cy="42120"/>
            </a:xfrm>
            <a:custGeom>
              <a:rect b="b" l="l" r="r" t="t"/>
              <a:pathLst>
                <a:path extrusionOk="0" h="1365" w="1389">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9" name="Google Shape;179;p3"/>
            <p:cNvSpPr/>
            <p:nvPr/>
          </p:nvSpPr>
          <p:spPr>
            <a:xfrm>
              <a:off x="2273040" y="-131040"/>
              <a:ext cx="91440" cy="92520"/>
            </a:xfrm>
            <a:custGeom>
              <a:rect b="b" l="l" r="r" t="t"/>
              <a:pathLst>
                <a:path extrusionOk="0" fill="none" h="2976" w="2951">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cap="rnd" cmpd="sng" w="19050">
              <a:solidFill>
                <a:srgbClr val="95FFAE"/>
              </a:solidFill>
              <a:prstDash val="solid"/>
              <a:round/>
              <a:headEnd len="sm" w="sm" type="none"/>
              <a:tailEnd len="sm" w="sm" type="none"/>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0" name="Google Shape;180;p3"/>
            <p:cNvSpPr/>
            <p:nvPr/>
          </p:nvSpPr>
          <p:spPr>
            <a:xfrm>
              <a:off x="2296800" y="-106560"/>
              <a:ext cx="42840" cy="42840"/>
            </a:xfrm>
            <a:custGeom>
              <a:rect b="b" l="l" r="r" t="t"/>
              <a:pathLst>
                <a:path extrusionOk="0" h="1389" w="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81" name="Google Shape;181;p3"/>
          <p:cNvGrpSpPr/>
          <p:nvPr/>
        </p:nvGrpSpPr>
        <p:grpSpPr>
          <a:xfrm>
            <a:off x="-141480" y="4021920"/>
            <a:ext cx="552600" cy="98640"/>
            <a:chOff x="-141480" y="4021920"/>
            <a:chExt cx="552600" cy="98640"/>
          </a:xfrm>
        </p:grpSpPr>
        <p:sp>
          <p:nvSpPr>
            <p:cNvPr id="182" name="Google Shape;182;p3"/>
            <p:cNvSpPr/>
            <p:nvPr/>
          </p:nvSpPr>
          <p:spPr>
            <a:xfrm rot="5400000">
              <a:off x="312480" y="402192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3" name="Google Shape;183;p3"/>
            <p:cNvSpPr/>
            <p:nvPr/>
          </p:nvSpPr>
          <p:spPr>
            <a:xfrm rot="5400000">
              <a:off x="339120" y="404892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4" name="Google Shape;184;p3"/>
            <p:cNvSpPr/>
            <p:nvPr/>
          </p:nvSpPr>
          <p:spPr>
            <a:xfrm rot="5400000">
              <a:off x="-141480" y="402516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5" name="Google Shape;185;p3"/>
            <p:cNvSpPr/>
            <p:nvPr/>
          </p:nvSpPr>
          <p:spPr>
            <a:xfrm rot="5400000">
              <a:off x="-117720" y="404892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6" name="Google Shape;186;p3"/>
            <p:cNvSpPr/>
            <p:nvPr/>
          </p:nvSpPr>
          <p:spPr>
            <a:xfrm rot="5400000">
              <a:off x="134640" y="388620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187" name="Google Shape;187;p3"/>
          <p:cNvSpPr/>
          <p:nvPr/>
        </p:nvSpPr>
        <p:spPr>
          <a:xfrm>
            <a:off x="538560" y="-269280"/>
            <a:ext cx="586440" cy="1284120"/>
          </a:xfrm>
          <a:prstGeom prst="flowChartOffpageConnector">
            <a:avLst/>
          </a:prstGeom>
          <a:gradFill>
            <a:gsLst>
              <a:gs pos="0">
                <a:srgbClr val="1D2875"/>
              </a:gs>
              <a:gs pos="100000">
                <a:srgbClr val="151B46"/>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8" name="Google Shape;188;p3"/>
          <p:cNvSpPr/>
          <p:nvPr/>
        </p:nvSpPr>
        <p:spPr>
          <a:xfrm rot="10800000">
            <a:off x="8557560" y="3859560"/>
            <a:ext cx="586440" cy="1284120"/>
          </a:xfrm>
          <a:prstGeom prst="flowChartOffpageConnector">
            <a:avLst/>
          </a:prstGeom>
          <a:gradFill>
            <a:gsLst>
              <a:gs pos="0">
                <a:srgbClr val="1D2875"/>
              </a:gs>
              <a:gs pos="100000">
                <a:srgbClr val="151B4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9" name="Google Shape;189;p3"/>
          <p:cNvSpPr/>
          <p:nvPr/>
        </p:nvSpPr>
        <p:spPr>
          <a:xfrm rot="5400000">
            <a:off x="8206560" y="-348840"/>
            <a:ext cx="586440" cy="1284120"/>
          </a:xfrm>
          <a:prstGeom prst="flowChartOffpageConnector">
            <a:avLst/>
          </a:prstGeom>
          <a:gradFill>
            <a:gsLst>
              <a:gs pos="0">
                <a:srgbClr val="1D2875"/>
              </a:gs>
              <a:gs pos="100000">
                <a:srgbClr val="151B46"/>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190" name="Google Shape;190;p3"/>
          <p:cNvGrpSpPr/>
          <p:nvPr/>
        </p:nvGrpSpPr>
        <p:grpSpPr>
          <a:xfrm>
            <a:off x="8694000" y="-363060"/>
            <a:ext cx="301140" cy="1520100"/>
            <a:chOff x="8694000" y="-363060"/>
            <a:chExt cx="301140" cy="1520100"/>
          </a:xfrm>
        </p:grpSpPr>
        <p:sp>
          <p:nvSpPr>
            <p:cNvPr id="191" name="Google Shape;191;p3"/>
            <p:cNvSpPr/>
            <p:nvPr/>
          </p:nvSpPr>
          <p:spPr>
            <a:xfrm rot="5400000">
              <a:off x="8177040" y="293040"/>
              <a:ext cx="1335240" cy="209160"/>
            </a:xfrm>
            <a:custGeom>
              <a:rect b="b" l="l" r="r" t="t"/>
              <a:pathLst>
                <a:path extrusionOk="0" fill="none" h="6719" w="42863">
                  <a:moveTo>
                    <a:pt x="1" y="0"/>
                  </a:moveTo>
                  <a:lnTo>
                    <a:pt x="19064" y="0"/>
                  </a:lnTo>
                  <a:lnTo>
                    <a:pt x="25782" y="6718"/>
                  </a:lnTo>
                  <a:lnTo>
                    <a:pt x="42862" y="6718"/>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2" name="Google Shape;192;p3"/>
            <p:cNvSpPr/>
            <p:nvPr/>
          </p:nvSpPr>
          <p:spPr>
            <a:xfrm rot="5400000">
              <a:off x="8694000" y="1065600"/>
              <a:ext cx="91440" cy="91440"/>
            </a:xfrm>
            <a:custGeom>
              <a:rect b="b" l="l" r="r" t="t"/>
              <a:pathLst>
                <a:path extrusionOk="0" fill="none" h="2951" w="2951">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3" name="Google Shape;193;p3"/>
            <p:cNvSpPr/>
            <p:nvPr/>
          </p:nvSpPr>
          <p:spPr>
            <a:xfrm rot="5400000">
              <a:off x="8718120" y="1090080"/>
              <a:ext cx="42840" cy="42120"/>
            </a:xfrm>
            <a:custGeom>
              <a:rect b="b" l="l" r="r" t="t"/>
              <a:pathLst>
                <a:path extrusionOk="0" h="1365" w="1389">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4" name="Google Shape;194;p3"/>
            <p:cNvSpPr/>
            <p:nvPr/>
          </p:nvSpPr>
          <p:spPr>
            <a:xfrm rot="5400000">
              <a:off x="8903160" y="-363600"/>
              <a:ext cx="91440" cy="92520"/>
            </a:xfrm>
            <a:custGeom>
              <a:rect b="b" l="l" r="r" t="t"/>
              <a:pathLst>
                <a:path extrusionOk="0" fill="none" h="2976" w="2951">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cap="rnd" cmpd="sng" w="19050">
              <a:solidFill>
                <a:srgbClr val="95FFAE"/>
              </a:solidFill>
              <a:prstDash val="solid"/>
              <a:round/>
              <a:headEnd len="sm" w="sm" type="none"/>
              <a:tailEnd len="sm" w="sm" type="none"/>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5" name="Google Shape;195;p3"/>
            <p:cNvSpPr/>
            <p:nvPr/>
          </p:nvSpPr>
          <p:spPr>
            <a:xfrm rot="5400000">
              <a:off x="8928000" y="-339480"/>
              <a:ext cx="42840" cy="42840"/>
            </a:xfrm>
            <a:custGeom>
              <a:rect b="b" l="l" r="r" t="t"/>
              <a:pathLst>
                <a:path extrusionOk="0" h="1389" w="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96" name="Google Shape;196;p3"/>
          <p:cNvGrpSpPr/>
          <p:nvPr/>
        </p:nvGrpSpPr>
        <p:grpSpPr>
          <a:xfrm>
            <a:off x="-240840" y="4336200"/>
            <a:ext cx="1524960" cy="586440"/>
            <a:chOff x="-240840" y="4336200"/>
            <a:chExt cx="1524960" cy="586440"/>
          </a:xfrm>
        </p:grpSpPr>
        <p:sp>
          <p:nvSpPr>
            <p:cNvPr id="197" name="Google Shape;197;p3"/>
            <p:cNvSpPr/>
            <p:nvPr/>
          </p:nvSpPr>
          <p:spPr>
            <a:xfrm rot="-5400000">
              <a:off x="348840" y="3987360"/>
              <a:ext cx="586440" cy="1284120"/>
            </a:xfrm>
            <a:prstGeom prst="flowChartOffpageConnector">
              <a:avLst/>
            </a:prstGeom>
            <a:gradFill>
              <a:gsLst>
                <a:gs pos="0">
                  <a:srgbClr val="1D2875"/>
                </a:gs>
                <a:gs pos="100000">
                  <a:srgbClr val="151B46"/>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198" name="Google Shape;198;p3"/>
            <p:cNvGrpSpPr/>
            <p:nvPr/>
          </p:nvGrpSpPr>
          <p:grpSpPr>
            <a:xfrm>
              <a:off x="-240840" y="4562280"/>
              <a:ext cx="1105560" cy="133920"/>
              <a:chOff x="-240840" y="4562280"/>
              <a:chExt cx="1105560" cy="133920"/>
            </a:xfrm>
          </p:grpSpPr>
          <p:grpSp>
            <p:nvGrpSpPr>
              <p:cNvPr id="199" name="Google Shape;199;p3"/>
              <p:cNvGrpSpPr/>
              <p:nvPr/>
            </p:nvGrpSpPr>
            <p:grpSpPr>
              <a:xfrm>
                <a:off x="-240840" y="4645440"/>
                <a:ext cx="883080" cy="50760"/>
                <a:chOff x="-240840" y="4645440"/>
                <a:chExt cx="883080" cy="50760"/>
              </a:xfrm>
            </p:grpSpPr>
            <p:sp>
              <p:nvSpPr>
                <p:cNvPr id="200" name="Google Shape;200;p3"/>
                <p:cNvSpPr/>
                <p:nvPr/>
              </p:nvSpPr>
              <p:spPr>
                <a:xfrm>
                  <a:off x="-240840" y="4645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1" name="Google Shape;201;p3"/>
                <p:cNvSpPr/>
                <p:nvPr/>
              </p:nvSpPr>
              <p:spPr>
                <a:xfrm>
                  <a:off x="-148320" y="4645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2" name="Google Shape;202;p3"/>
                <p:cNvSpPr/>
                <p:nvPr/>
              </p:nvSpPr>
              <p:spPr>
                <a:xfrm>
                  <a:off x="-55800" y="4645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3" name="Google Shape;203;p3"/>
                <p:cNvSpPr/>
                <p:nvPr/>
              </p:nvSpPr>
              <p:spPr>
                <a:xfrm>
                  <a:off x="36720" y="4645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4" name="Google Shape;204;p3"/>
                <p:cNvSpPr/>
                <p:nvPr/>
              </p:nvSpPr>
              <p:spPr>
                <a:xfrm>
                  <a:off x="128880" y="4645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5" name="Google Shape;205;p3"/>
                <p:cNvSpPr/>
                <p:nvPr/>
              </p:nvSpPr>
              <p:spPr>
                <a:xfrm>
                  <a:off x="221400" y="4645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6" name="Google Shape;206;p3"/>
                <p:cNvSpPr/>
                <p:nvPr/>
              </p:nvSpPr>
              <p:spPr>
                <a:xfrm>
                  <a:off x="313920" y="4645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7" name="Google Shape;207;p3"/>
                <p:cNvSpPr/>
                <p:nvPr/>
              </p:nvSpPr>
              <p:spPr>
                <a:xfrm>
                  <a:off x="406440" y="4645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8" name="Google Shape;208;p3"/>
                <p:cNvSpPr/>
                <p:nvPr/>
              </p:nvSpPr>
              <p:spPr>
                <a:xfrm>
                  <a:off x="498960" y="4645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9" name="Google Shape;209;p3"/>
                <p:cNvSpPr/>
                <p:nvPr/>
              </p:nvSpPr>
              <p:spPr>
                <a:xfrm>
                  <a:off x="591480" y="46454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210" name="Google Shape;210;p3"/>
              <p:cNvGrpSpPr/>
              <p:nvPr/>
            </p:nvGrpSpPr>
            <p:grpSpPr>
              <a:xfrm>
                <a:off x="-18000" y="4562280"/>
                <a:ext cx="882720" cy="50760"/>
                <a:chOff x="-18000" y="4562280"/>
                <a:chExt cx="882720" cy="50760"/>
              </a:xfrm>
            </p:grpSpPr>
            <p:sp>
              <p:nvSpPr>
                <p:cNvPr id="211" name="Google Shape;211;p3"/>
                <p:cNvSpPr/>
                <p:nvPr/>
              </p:nvSpPr>
              <p:spPr>
                <a:xfrm>
                  <a:off x="-18000" y="45622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2" name="Google Shape;212;p3"/>
                <p:cNvSpPr/>
                <p:nvPr/>
              </p:nvSpPr>
              <p:spPr>
                <a:xfrm>
                  <a:off x="74160" y="45622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3" name="Google Shape;213;p3"/>
                <p:cNvSpPr/>
                <p:nvPr/>
              </p:nvSpPr>
              <p:spPr>
                <a:xfrm>
                  <a:off x="166680" y="45622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4" name="Google Shape;214;p3"/>
                <p:cNvSpPr/>
                <p:nvPr/>
              </p:nvSpPr>
              <p:spPr>
                <a:xfrm>
                  <a:off x="259200" y="45622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5" name="Google Shape;215;p3"/>
                <p:cNvSpPr/>
                <p:nvPr/>
              </p:nvSpPr>
              <p:spPr>
                <a:xfrm>
                  <a:off x="351720" y="45622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6" name="Google Shape;216;p3"/>
                <p:cNvSpPr/>
                <p:nvPr/>
              </p:nvSpPr>
              <p:spPr>
                <a:xfrm>
                  <a:off x="444240" y="45622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7" name="Google Shape;217;p3"/>
                <p:cNvSpPr/>
                <p:nvPr/>
              </p:nvSpPr>
              <p:spPr>
                <a:xfrm>
                  <a:off x="536760" y="45622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8" name="Google Shape;218;p3"/>
                <p:cNvSpPr/>
                <p:nvPr/>
              </p:nvSpPr>
              <p:spPr>
                <a:xfrm>
                  <a:off x="629280" y="45622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9" name="Google Shape;219;p3"/>
                <p:cNvSpPr/>
                <p:nvPr/>
              </p:nvSpPr>
              <p:spPr>
                <a:xfrm>
                  <a:off x="721440" y="45622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0" name="Google Shape;220;p3"/>
                <p:cNvSpPr/>
                <p:nvPr/>
              </p:nvSpPr>
              <p:spPr>
                <a:xfrm>
                  <a:off x="813960" y="45622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grpSp>
      <p:grpSp>
        <p:nvGrpSpPr>
          <p:cNvPr id="221" name="Google Shape;221;p3"/>
          <p:cNvGrpSpPr/>
          <p:nvPr/>
        </p:nvGrpSpPr>
        <p:grpSpPr>
          <a:xfrm>
            <a:off x="5717520" y="4966560"/>
            <a:ext cx="1520280" cy="301680"/>
            <a:chOff x="5717520" y="4966560"/>
            <a:chExt cx="1520280" cy="301680"/>
          </a:xfrm>
        </p:grpSpPr>
        <p:sp>
          <p:nvSpPr>
            <p:cNvPr id="222" name="Google Shape;222;p3"/>
            <p:cNvSpPr/>
            <p:nvPr/>
          </p:nvSpPr>
          <p:spPr>
            <a:xfrm>
              <a:off x="5810760" y="5013000"/>
              <a:ext cx="1335240" cy="209160"/>
            </a:xfrm>
            <a:custGeom>
              <a:rect b="b" l="l" r="r" t="t"/>
              <a:pathLst>
                <a:path extrusionOk="0" fill="none" h="6719" w="42863">
                  <a:moveTo>
                    <a:pt x="1" y="0"/>
                  </a:moveTo>
                  <a:lnTo>
                    <a:pt x="19064" y="0"/>
                  </a:lnTo>
                  <a:lnTo>
                    <a:pt x="25782" y="6718"/>
                  </a:lnTo>
                  <a:lnTo>
                    <a:pt x="42862" y="6718"/>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3" name="Google Shape;223;p3"/>
            <p:cNvSpPr/>
            <p:nvPr/>
          </p:nvSpPr>
          <p:spPr>
            <a:xfrm>
              <a:off x="7146360" y="5176800"/>
              <a:ext cx="91440" cy="91440"/>
            </a:xfrm>
            <a:custGeom>
              <a:rect b="b" l="l" r="r" t="t"/>
              <a:pathLst>
                <a:path extrusionOk="0" fill="none" h="2951" w="2951">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4" name="Google Shape;224;p3"/>
            <p:cNvSpPr/>
            <p:nvPr/>
          </p:nvSpPr>
          <p:spPr>
            <a:xfrm>
              <a:off x="7170480" y="5201280"/>
              <a:ext cx="42840" cy="42120"/>
            </a:xfrm>
            <a:custGeom>
              <a:rect b="b" l="l" r="r" t="t"/>
              <a:pathLst>
                <a:path extrusionOk="0" h="1365" w="1389">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5" name="Google Shape;225;p3"/>
            <p:cNvSpPr/>
            <p:nvPr/>
          </p:nvSpPr>
          <p:spPr>
            <a:xfrm>
              <a:off x="5717520" y="4966560"/>
              <a:ext cx="91440" cy="92520"/>
            </a:xfrm>
            <a:custGeom>
              <a:rect b="b" l="l" r="r" t="t"/>
              <a:pathLst>
                <a:path extrusionOk="0" fill="none" h="2976" w="2951">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cap="rnd" cmpd="sng" w="19050">
              <a:solidFill>
                <a:srgbClr val="95FFAE"/>
              </a:solidFill>
              <a:prstDash val="solid"/>
              <a:round/>
              <a:headEnd len="sm" w="sm" type="none"/>
              <a:tailEnd len="sm" w="sm" type="none"/>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6" name="Google Shape;226;p3"/>
            <p:cNvSpPr/>
            <p:nvPr/>
          </p:nvSpPr>
          <p:spPr>
            <a:xfrm>
              <a:off x="5741280" y="4991400"/>
              <a:ext cx="42840" cy="42840"/>
            </a:xfrm>
            <a:custGeom>
              <a:rect b="b" l="l" r="r" t="t"/>
              <a:pathLst>
                <a:path extrusionOk="0" h="1389" w="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227" name="Google Shape;227;p3"/>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D2875"/>
            </a:gs>
            <a:gs pos="100000">
              <a:srgbClr val="000000"/>
            </a:gs>
          </a:gsLst>
          <a:path path="circle">
            <a:fillToRect b="50%" l="50%" r="50%" t="50%"/>
          </a:path>
          <a:tileRect/>
        </a:gradFill>
      </p:bgPr>
    </p:bg>
    <p:spTree>
      <p:nvGrpSpPr>
        <p:cNvPr id="229" name="Shape 229"/>
        <p:cNvGrpSpPr/>
        <p:nvPr/>
      </p:nvGrpSpPr>
      <p:grpSpPr>
        <a:xfrm>
          <a:off x="0" y="0"/>
          <a:ext cx="0" cy="0"/>
          <a:chOff x="0" y="0"/>
          <a:chExt cx="0" cy="0"/>
        </a:xfrm>
      </p:grpSpPr>
      <p:grpSp>
        <p:nvGrpSpPr>
          <p:cNvPr id="230" name="Google Shape;230;p5"/>
          <p:cNvGrpSpPr/>
          <p:nvPr/>
        </p:nvGrpSpPr>
        <p:grpSpPr>
          <a:xfrm>
            <a:off x="0" y="0"/>
            <a:ext cx="9143280" cy="5142960"/>
            <a:chOff x="0" y="0"/>
            <a:chExt cx="9143280" cy="5142960"/>
          </a:xfrm>
        </p:grpSpPr>
        <p:sp>
          <p:nvSpPr>
            <p:cNvPr id="231" name="Google Shape;231;p5"/>
            <p:cNvSpPr/>
            <p:nvPr/>
          </p:nvSpPr>
          <p:spPr>
            <a:xfrm>
              <a:off x="0" y="51328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2" name="Google Shape;232;p5"/>
            <p:cNvSpPr/>
            <p:nvPr/>
          </p:nvSpPr>
          <p:spPr>
            <a:xfrm>
              <a:off x="0" y="499428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3" name="Google Shape;233;p5"/>
            <p:cNvSpPr/>
            <p:nvPr/>
          </p:nvSpPr>
          <p:spPr>
            <a:xfrm>
              <a:off x="0" y="485532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4" name="Google Shape;234;p5"/>
            <p:cNvSpPr/>
            <p:nvPr/>
          </p:nvSpPr>
          <p:spPr>
            <a:xfrm>
              <a:off x="0" y="47163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 name="Google Shape;235;p5"/>
            <p:cNvSpPr/>
            <p:nvPr/>
          </p:nvSpPr>
          <p:spPr>
            <a:xfrm>
              <a:off x="0" y="457848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 name="Google Shape;236;p5"/>
            <p:cNvSpPr/>
            <p:nvPr/>
          </p:nvSpPr>
          <p:spPr>
            <a:xfrm>
              <a:off x="0" y="44395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7" name="Google Shape;237;p5"/>
            <p:cNvSpPr/>
            <p:nvPr/>
          </p:nvSpPr>
          <p:spPr>
            <a:xfrm>
              <a:off x="0" y="43009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8" name="Google Shape;238;p5"/>
            <p:cNvSpPr/>
            <p:nvPr/>
          </p:nvSpPr>
          <p:spPr>
            <a:xfrm>
              <a:off x="0" y="4161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9" name="Google Shape;239;p5"/>
            <p:cNvSpPr/>
            <p:nvPr/>
          </p:nvSpPr>
          <p:spPr>
            <a:xfrm>
              <a:off x="0" y="40230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0" name="Google Shape;240;p5"/>
            <p:cNvSpPr/>
            <p:nvPr/>
          </p:nvSpPr>
          <p:spPr>
            <a:xfrm>
              <a:off x="0" y="388440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1" name="Google Shape;241;p5"/>
            <p:cNvSpPr/>
            <p:nvPr/>
          </p:nvSpPr>
          <p:spPr>
            <a:xfrm>
              <a:off x="0" y="374544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2" name="Google Shape;242;p5"/>
            <p:cNvSpPr/>
            <p:nvPr/>
          </p:nvSpPr>
          <p:spPr>
            <a:xfrm>
              <a:off x="0" y="360756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3" name="Google Shape;243;p5"/>
            <p:cNvSpPr/>
            <p:nvPr/>
          </p:nvSpPr>
          <p:spPr>
            <a:xfrm>
              <a:off x="0" y="346860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4" name="Google Shape;244;p5"/>
            <p:cNvSpPr/>
            <p:nvPr/>
          </p:nvSpPr>
          <p:spPr>
            <a:xfrm>
              <a:off x="0" y="33296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5" name="Google Shape;245;p5"/>
            <p:cNvSpPr/>
            <p:nvPr/>
          </p:nvSpPr>
          <p:spPr>
            <a:xfrm>
              <a:off x="0" y="319104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6" name="Google Shape;246;p5"/>
            <p:cNvSpPr/>
            <p:nvPr/>
          </p:nvSpPr>
          <p:spPr>
            <a:xfrm>
              <a:off x="0" y="3052080"/>
              <a:ext cx="9143280" cy="10080"/>
            </a:xfrm>
            <a:custGeom>
              <a:rect b="b" l="l" r="r" t="t"/>
              <a:pathLst>
                <a:path extrusionOk="0" h="335" w="257969">
                  <a:moveTo>
                    <a:pt x="0" y="0"/>
                  </a:moveTo>
                  <a:lnTo>
                    <a:pt x="257969" y="0"/>
                  </a:lnTo>
                  <a:lnTo>
                    <a:pt x="257969" y="334"/>
                  </a:lnTo>
                  <a:lnTo>
                    <a:pt x="0" y="334"/>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7" name="Google Shape;247;p5"/>
            <p:cNvSpPr/>
            <p:nvPr/>
          </p:nvSpPr>
          <p:spPr>
            <a:xfrm>
              <a:off x="0" y="29131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8" name="Google Shape;248;p5"/>
            <p:cNvSpPr/>
            <p:nvPr/>
          </p:nvSpPr>
          <p:spPr>
            <a:xfrm>
              <a:off x="0" y="27741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 name="Google Shape;249;p5"/>
            <p:cNvSpPr/>
            <p:nvPr/>
          </p:nvSpPr>
          <p:spPr>
            <a:xfrm>
              <a:off x="0" y="26362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0" name="Google Shape;250;p5"/>
            <p:cNvSpPr/>
            <p:nvPr/>
          </p:nvSpPr>
          <p:spPr>
            <a:xfrm>
              <a:off x="0" y="2497680"/>
              <a:ext cx="9143280" cy="9000"/>
            </a:xfrm>
            <a:custGeom>
              <a:rect b="b" l="l" r="r" t="t"/>
              <a:pathLst>
                <a:path extrusionOk="0" h="305" w="257969">
                  <a:moveTo>
                    <a:pt x="0" y="1"/>
                  </a:moveTo>
                  <a:lnTo>
                    <a:pt x="257969" y="1"/>
                  </a:lnTo>
                  <a:lnTo>
                    <a:pt x="257969" y="305"/>
                  </a:lnTo>
                  <a:lnTo>
                    <a:pt x="0" y="305"/>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1" name="Google Shape;251;p5"/>
            <p:cNvSpPr/>
            <p:nvPr/>
          </p:nvSpPr>
          <p:spPr>
            <a:xfrm>
              <a:off x="0" y="23587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2" name="Google Shape;252;p5"/>
            <p:cNvSpPr/>
            <p:nvPr/>
          </p:nvSpPr>
          <p:spPr>
            <a:xfrm>
              <a:off x="0" y="221976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3" name="Google Shape;253;p5"/>
            <p:cNvSpPr/>
            <p:nvPr/>
          </p:nvSpPr>
          <p:spPr>
            <a:xfrm>
              <a:off x="0" y="20808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4" name="Google Shape;254;p5"/>
            <p:cNvSpPr/>
            <p:nvPr/>
          </p:nvSpPr>
          <p:spPr>
            <a:xfrm>
              <a:off x="0" y="194220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5" name="Google Shape;255;p5"/>
            <p:cNvSpPr/>
            <p:nvPr/>
          </p:nvSpPr>
          <p:spPr>
            <a:xfrm>
              <a:off x="0" y="180432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6" name="Google Shape;256;p5"/>
            <p:cNvSpPr/>
            <p:nvPr/>
          </p:nvSpPr>
          <p:spPr>
            <a:xfrm>
              <a:off x="0" y="166536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7" name="Google Shape;257;p5"/>
            <p:cNvSpPr/>
            <p:nvPr/>
          </p:nvSpPr>
          <p:spPr>
            <a:xfrm>
              <a:off x="0" y="1526400"/>
              <a:ext cx="9143280" cy="9000"/>
            </a:xfrm>
            <a:custGeom>
              <a:rect b="b" l="l" r="r" t="t"/>
              <a:pathLst>
                <a:path extrusionOk="0" h="305" w="257969">
                  <a:moveTo>
                    <a:pt x="0" y="1"/>
                  </a:moveTo>
                  <a:lnTo>
                    <a:pt x="257969" y="1"/>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8" name="Google Shape;258;p5"/>
            <p:cNvSpPr/>
            <p:nvPr/>
          </p:nvSpPr>
          <p:spPr>
            <a:xfrm>
              <a:off x="0" y="13874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9" name="Google Shape;259;p5"/>
            <p:cNvSpPr/>
            <p:nvPr/>
          </p:nvSpPr>
          <p:spPr>
            <a:xfrm>
              <a:off x="0" y="124884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0" name="Google Shape;260;p5"/>
            <p:cNvSpPr/>
            <p:nvPr/>
          </p:nvSpPr>
          <p:spPr>
            <a:xfrm>
              <a:off x="0" y="110988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1" name="Google Shape;261;p5"/>
            <p:cNvSpPr/>
            <p:nvPr/>
          </p:nvSpPr>
          <p:spPr>
            <a:xfrm>
              <a:off x="0" y="970920"/>
              <a:ext cx="9143280" cy="10080"/>
            </a:xfrm>
            <a:custGeom>
              <a:rect b="b" l="l" r="r" t="t"/>
              <a:pathLst>
                <a:path extrusionOk="0" h="336"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2" name="Google Shape;262;p5"/>
            <p:cNvSpPr/>
            <p:nvPr/>
          </p:nvSpPr>
          <p:spPr>
            <a:xfrm>
              <a:off x="0" y="8330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3" name="Google Shape;263;p5"/>
            <p:cNvSpPr/>
            <p:nvPr/>
          </p:nvSpPr>
          <p:spPr>
            <a:xfrm>
              <a:off x="0" y="694440"/>
              <a:ext cx="9143280" cy="9000"/>
            </a:xfrm>
            <a:custGeom>
              <a:rect b="b" l="l" r="r" t="t"/>
              <a:pathLst>
                <a:path extrusionOk="0" h="305" w="257969">
                  <a:moveTo>
                    <a:pt x="0" y="0"/>
                  </a:moveTo>
                  <a:lnTo>
                    <a:pt x="257969" y="0"/>
                  </a:lnTo>
                  <a:lnTo>
                    <a:pt x="257969" y="304"/>
                  </a:lnTo>
                  <a:lnTo>
                    <a:pt x="0" y="304"/>
                  </a:lnTo>
                  <a:close/>
                </a:path>
              </a:pathLst>
            </a:custGeom>
            <a:solidFill>
              <a:srgbClr val="000000">
                <a:alpha val="58824"/>
              </a:srgbClr>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4" name="Google Shape;264;p5"/>
            <p:cNvSpPr/>
            <p:nvPr/>
          </p:nvSpPr>
          <p:spPr>
            <a:xfrm>
              <a:off x="0" y="55548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5" name="Google Shape;265;p5"/>
            <p:cNvSpPr/>
            <p:nvPr/>
          </p:nvSpPr>
          <p:spPr>
            <a:xfrm>
              <a:off x="0" y="41652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6" name="Google Shape;266;p5"/>
            <p:cNvSpPr/>
            <p:nvPr/>
          </p:nvSpPr>
          <p:spPr>
            <a:xfrm>
              <a:off x="0" y="2775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7" name="Google Shape;267;p5"/>
            <p:cNvSpPr/>
            <p:nvPr/>
          </p:nvSpPr>
          <p:spPr>
            <a:xfrm>
              <a:off x="0" y="138960"/>
              <a:ext cx="9143280" cy="10080"/>
            </a:xfrm>
            <a:custGeom>
              <a:rect b="b" l="l" r="r" t="t"/>
              <a:pathLst>
                <a:path extrusionOk="0" h="335" w="257969">
                  <a:moveTo>
                    <a:pt x="0" y="0"/>
                  </a:moveTo>
                  <a:lnTo>
                    <a:pt x="257969" y="0"/>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8" name="Google Shape;268;p5"/>
            <p:cNvSpPr/>
            <p:nvPr/>
          </p:nvSpPr>
          <p:spPr>
            <a:xfrm>
              <a:off x="0" y="0"/>
              <a:ext cx="9143280" cy="10080"/>
            </a:xfrm>
            <a:custGeom>
              <a:rect b="b" l="l" r="r" t="t"/>
              <a:pathLst>
                <a:path extrusionOk="0" h="335" w="257969">
                  <a:moveTo>
                    <a:pt x="0" y="1"/>
                  </a:moveTo>
                  <a:lnTo>
                    <a:pt x="257969" y="1"/>
                  </a:lnTo>
                  <a:lnTo>
                    <a:pt x="257969" y="335"/>
                  </a:lnTo>
                  <a:lnTo>
                    <a:pt x="0" y="335"/>
                  </a:lnTo>
                  <a:close/>
                </a:path>
              </a:pathLst>
            </a:custGeom>
            <a:solidFill>
              <a:srgbClr val="000000">
                <a:alpha val="58824"/>
              </a:srgbClr>
            </a:solidFill>
            <a:ln>
              <a:noFill/>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69" name="Google Shape;269;p5"/>
          <p:cNvSpPr txBox="1"/>
          <p:nvPr>
            <p:ph type="title"/>
          </p:nvPr>
        </p:nvSpPr>
        <p:spPr>
          <a:xfrm>
            <a:off x="713160" y="539280"/>
            <a:ext cx="7717320" cy="572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0" name="Google Shape;270;p5"/>
          <p:cNvSpPr txBox="1"/>
          <p:nvPr>
            <p:ph idx="1" type="body"/>
          </p:nvPr>
        </p:nvSpPr>
        <p:spPr>
          <a:xfrm>
            <a:off x="713160" y="1187640"/>
            <a:ext cx="7717320" cy="341604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grpSp>
        <p:nvGrpSpPr>
          <p:cNvPr id="271" name="Google Shape;271;p5"/>
          <p:cNvGrpSpPr/>
          <p:nvPr/>
        </p:nvGrpSpPr>
        <p:grpSpPr>
          <a:xfrm>
            <a:off x="8608860" y="-619740"/>
            <a:ext cx="296460" cy="1823220"/>
            <a:chOff x="8608860" y="-619740"/>
            <a:chExt cx="296460" cy="1823220"/>
          </a:xfrm>
        </p:grpSpPr>
        <p:sp>
          <p:nvSpPr>
            <p:cNvPr id="272" name="Google Shape;272;p5"/>
            <p:cNvSpPr/>
            <p:nvPr/>
          </p:nvSpPr>
          <p:spPr>
            <a:xfrm flipH="1" rot="5400000">
              <a:off x="7822080" y="167400"/>
              <a:ext cx="1723680" cy="150120"/>
            </a:xfrm>
            <a:custGeom>
              <a:rect b="b" l="l" r="r" t="t"/>
              <a:pathLst>
                <a:path extrusionOk="0" fill="none" h="4834" w="55332">
                  <a:moveTo>
                    <a:pt x="55331" y="4834"/>
                  </a:moveTo>
                  <a:lnTo>
                    <a:pt x="28930" y="4834"/>
                  </a:lnTo>
                  <a:lnTo>
                    <a:pt x="27294" y="3198"/>
                  </a:lnTo>
                  <a:lnTo>
                    <a:pt x="24072" y="0"/>
                  </a:lnTo>
                  <a:lnTo>
                    <a:pt x="1" y="0"/>
                  </a:lnTo>
                </a:path>
              </a:pathLst>
            </a:custGeom>
            <a:noFill/>
            <a:ln cap="rnd" cmpd="sng" w="19050">
              <a:solidFill>
                <a:srgbClr val="95FFAE"/>
              </a:solidFill>
              <a:prstDash val="solid"/>
              <a:round/>
              <a:headEnd len="sm" w="sm" type="none"/>
              <a:tailEnd len="sm" w="sm" type="none"/>
            </a:ln>
          </p:spPr>
          <p:txBody>
            <a:bodyPr anchorCtr="0" anchor="ctr" bIns="75225" lIns="91425" spcFirstLastPara="1" rIns="91425" wrap="square" tIns="75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3" name="Google Shape;273;p5"/>
            <p:cNvSpPr/>
            <p:nvPr/>
          </p:nvSpPr>
          <p:spPr>
            <a:xfrm flipH="1" rot="5400000">
              <a:off x="8813880" y="515520"/>
              <a:ext cx="91440" cy="91440"/>
            </a:xfrm>
            <a:custGeom>
              <a:rect b="b" l="l" r="r" t="t"/>
              <a:pathLst>
                <a:path extrusionOk="0" fill="none" h="2951" w="2951">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4" name="Google Shape;274;p5"/>
            <p:cNvSpPr/>
            <p:nvPr/>
          </p:nvSpPr>
          <p:spPr>
            <a:xfrm flipH="1" rot="5400000">
              <a:off x="8838000" y="539280"/>
              <a:ext cx="42840" cy="42120"/>
            </a:xfrm>
            <a:custGeom>
              <a:rect b="b" l="l" r="r" t="t"/>
              <a:pathLst>
                <a:path extrusionOk="0" h="1364" w="1389">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5" name="Google Shape;275;p5"/>
            <p:cNvSpPr/>
            <p:nvPr/>
          </p:nvSpPr>
          <p:spPr>
            <a:xfrm flipH="1" rot="5400000">
              <a:off x="8714160" y="1112040"/>
              <a:ext cx="91440" cy="91440"/>
            </a:xfrm>
            <a:custGeom>
              <a:rect b="b" l="l" r="r" t="t"/>
              <a:pathLst>
                <a:path extrusionOk="0" fill="none" h="2951" w="2951">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6" name="Google Shape;276;p5"/>
            <p:cNvSpPr/>
            <p:nvPr/>
          </p:nvSpPr>
          <p:spPr>
            <a:xfrm flipH="1" rot="5400000">
              <a:off x="8738280" y="1135440"/>
              <a:ext cx="42840" cy="42120"/>
            </a:xfrm>
            <a:custGeom>
              <a:rect b="b" l="l" r="r" t="t"/>
              <a:pathLst>
                <a:path extrusionOk="0" h="1365" w="1389">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 name="Google Shape;277;p5"/>
            <p:cNvSpPr/>
            <p:nvPr/>
          </p:nvSpPr>
          <p:spPr>
            <a:xfrm flipH="1" rot="5400000">
              <a:off x="8204040" y="-140040"/>
              <a:ext cx="1134360" cy="174960"/>
            </a:xfrm>
            <a:custGeom>
              <a:rect b="b" l="l" r="r" t="t"/>
              <a:pathLst>
                <a:path extrusionOk="0" fill="none" h="5628" w="36417">
                  <a:moveTo>
                    <a:pt x="0" y="0"/>
                  </a:moveTo>
                  <a:lnTo>
                    <a:pt x="6049" y="0"/>
                  </a:lnTo>
                  <a:lnTo>
                    <a:pt x="8379" y="2330"/>
                  </a:lnTo>
                  <a:lnTo>
                    <a:pt x="11676" y="5627"/>
                  </a:lnTo>
                  <a:lnTo>
                    <a:pt x="36416" y="5627"/>
                  </a:lnTo>
                </a:path>
              </a:pathLst>
            </a:custGeom>
            <a:noFill/>
            <a:ln cap="rnd" cmpd="sng" w="19050">
              <a:solidFill>
                <a:srgbClr val="95FFAE"/>
              </a:solidFill>
              <a:prstDash val="solid"/>
              <a:round/>
              <a:headEnd len="sm" w="sm" type="none"/>
              <a:tailEnd len="sm" w="sm" type="none"/>
            </a:ln>
          </p:spPr>
          <p:txBody>
            <a:bodyPr anchorCtr="0" anchor="ctr" bIns="87475" lIns="91425" spcFirstLastPara="1" rIns="91425" wrap="square" tIns="874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78" name="Google Shape;278;p5"/>
          <p:cNvSpPr/>
          <p:nvPr/>
        </p:nvSpPr>
        <p:spPr>
          <a:xfrm rot="5400000">
            <a:off x="8206560" y="4207680"/>
            <a:ext cx="586440" cy="1284120"/>
          </a:xfrm>
          <a:prstGeom prst="flowChartOffpageConnector">
            <a:avLst/>
          </a:prstGeom>
          <a:gradFill>
            <a:gsLst>
              <a:gs pos="0">
                <a:srgbClr val="1D2875"/>
              </a:gs>
              <a:gs pos="100000">
                <a:srgbClr val="151B46"/>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79" name="Google Shape;279;p5"/>
          <p:cNvGrpSpPr/>
          <p:nvPr/>
        </p:nvGrpSpPr>
        <p:grpSpPr>
          <a:xfrm>
            <a:off x="8086320" y="4723920"/>
            <a:ext cx="1822680" cy="196560"/>
            <a:chOff x="8086320" y="4723920"/>
            <a:chExt cx="1822680" cy="196560"/>
          </a:xfrm>
        </p:grpSpPr>
        <p:sp>
          <p:nvSpPr>
            <p:cNvPr id="280" name="Google Shape;280;p5"/>
            <p:cNvSpPr/>
            <p:nvPr/>
          </p:nvSpPr>
          <p:spPr>
            <a:xfrm flipH="1" rot="10800000">
              <a:off x="8185320" y="4723920"/>
              <a:ext cx="1723680" cy="150120"/>
            </a:xfrm>
            <a:custGeom>
              <a:rect b="b" l="l" r="r" t="t"/>
              <a:pathLst>
                <a:path extrusionOk="0" fill="none" h="4834" w="55332">
                  <a:moveTo>
                    <a:pt x="55331" y="4834"/>
                  </a:moveTo>
                  <a:lnTo>
                    <a:pt x="28930" y="4834"/>
                  </a:lnTo>
                  <a:lnTo>
                    <a:pt x="27294" y="3198"/>
                  </a:lnTo>
                  <a:lnTo>
                    <a:pt x="24072" y="0"/>
                  </a:lnTo>
                  <a:lnTo>
                    <a:pt x="1" y="0"/>
                  </a:lnTo>
                </a:path>
              </a:pathLst>
            </a:custGeom>
            <a:noFill/>
            <a:ln cap="rnd" cmpd="sng" w="19050">
              <a:solidFill>
                <a:srgbClr val="95FFAE"/>
              </a:solidFill>
              <a:prstDash val="solid"/>
              <a:round/>
              <a:headEnd len="sm" w="sm" type="none"/>
              <a:tailEnd len="sm" w="sm" type="none"/>
            </a:ln>
          </p:spPr>
          <p:txBody>
            <a:bodyPr anchorCtr="0" anchor="ctr" bIns="75225" lIns="91425" spcFirstLastPara="1" rIns="91425" wrap="square" tIns="75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81" name="Google Shape;281;p5"/>
            <p:cNvSpPr/>
            <p:nvPr/>
          </p:nvSpPr>
          <p:spPr>
            <a:xfrm flipH="1" rot="10800000">
              <a:off x="8086320" y="4829040"/>
              <a:ext cx="91440" cy="91440"/>
            </a:xfrm>
            <a:custGeom>
              <a:rect b="b" l="l" r="r" t="t"/>
              <a:pathLst>
                <a:path extrusionOk="0" fill="none" h="2951" w="2951">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82" name="Google Shape;282;p5"/>
            <p:cNvSpPr/>
            <p:nvPr/>
          </p:nvSpPr>
          <p:spPr>
            <a:xfrm flipH="1" rot="10800000">
              <a:off x="8110440" y="4853880"/>
              <a:ext cx="42840" cy="42120"/>
            </a:xfrm>
            <a:custGeom>
              <a:rect b="b" l="l" r="r" t="t"/>
              <a:pathLst>
                <a:path extrusionOk="0" h="1365" w="1389">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83" name="Google Shape;283;p5"/>
          <p:cNvGrpSpPr/>
          <p:nvPr/>
        </p:nvGrpSpPr>
        <p:grpSpPr>
          <a:xfrm>
            <a:off x="-243000" y="160560"/>
            <a:ext cx="1105560" cy="133560"/>
            <a:chOff x="-243000" y="160560"/>
            <a:chExt cx="1105560" cy="133560"/>
          </a:xfrm>
        </p:grpSpPr>
        <p:grpSp>
          <p:nvGrpSpPr>
            <p:cNvPr id="284" name="Google Shape;284;p5"/>
            <p:cNvGrpSpPr/>
            <p:nvPr/>
          </p:nvGrpSpPr>
          <p:grpSpPr>
            <a:xfrm>
              <a:off x="-243000" y="243360"/>
              <a:ext cx="883080" cy="50760"/>
              <a:chOff x="-243000" y="243360"/>
              <a:chExt cx="883080" cy="50760"/>
            </a:xfrm>
          </p:grpSpPr>
          <p:sp>
            <p:nvSpPr>
              <p:cNvPr id="285" name="Google Shape;285;p5"/>
              <p:cNvSpPr/>
              <p:nvPr/>
            </p:nvSpPr>
            <p:spPr>
              <a:xfrm>
                <a:off x="-243000" y="243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6" name="Google Shape;286;p5"/>
              <p:cNvSpPr/>
              <p:nvPr/>
            </p:nvSpPr>
            <p:spPr>
              <a:xfrm>
                <a:off x="-150480" y="243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7" name="Google Shape;287;p5"/>
              <p:cNvSpPr/>
              <p:nvPr/>
            </p:nvSpPr>
            <p:spPr>
              <a:xfrm>
                <a:off x="-57960" y="243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8" name="Google Shape;288;p5"/>
              <p:cNvSpPr/>
              <p:nvPr/>
            </p:nvSpPr>
            <p:spPr>
              <a:xfrm>
                <a:off x="34200" y="243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9" name="Google Shape;289;p5"/>
              <p:cNvSpPr/>
              <p:nvPr/>
            </p:nvSpPr>
            <p:spPr>
              <a:xfrm>
                <a:off x="126720" y="243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0" name="Google Shape;290;p5"/>
              <p:cNvSpPr/>
              <p:nvPr/>
            </p:nvSpPr>
            <p:spPr>
              <a:xfrm>
                <a:off x="219240" y="243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1" name="Google Shape;291;p5"/>
              <p:cNvSpPr/>
              <p:nvPr/>
            </p:nvSpPr>
            <p:spPr>
              <a:xfrm>
                <a:off x="311760" y="243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2" name="Google Shape;292;p5"/>
              <p:cNvSpPr/>
              <p:nvPr/>
            </p:nvSpPr>
            <p:spPr>
              <a:xfrm>
                <a:off x="404280" y="243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3" name="Google Shape;293;p5"/>
              <p:cNvSpPr/>
              <p:nvPr/>
            </p:nvSpPr>
            <p:spPr>
              <a:xfrm>
                <a:off x="496800" y="243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4" name="Google Shape;294;p5"/>
              <p:cNvSpPr/>
              <p:nvPr/>
            </p:nvSpPr>
            <p:spPr>
              <a:xfrm>
                <a:off x="589320" y="2433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95" name="Google Shape;295;p5"/>
            <p:cNvGrpSpPr/>
            <p:nvPr/>
          </p:nvGrpSpPr>
          <p:grpSpPr>
            <a:xfrm>
              <a:off x="-20520" y="160560"/>
              <a:ext cx="883080" cy="50760"/>
              <a:chOff x="-20520" y="160560"/>
              <a:chExt cx="883080" cy="50760"/>
            </a:xfrm>
          </p:grpSpPr>
          <p:sp>
            <p:nvSpPr>
              <p:cNvPr id="296" name="Google Shape;296;p5"/>
              <p:cNvSpPr/>
              <p:nvPr/>
            </p:nvSpPr>
            <p:spPr>
              <a:xfrm>
                <a:off x="-20520" y="1605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7" name="Google Shape;297;p5"/>
              <p:cNvSpPr/>
              <p:nvPr/>
            </p:nvSpPr>
            <p:spPr>
              <a:xfrm>
                <a:off x="72000" y="1605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8" name="Google Shape;298;p5"/>
              <p:cNvSpPr/>
              <p:nvPr/>
            </p:nvSpPr>
            <p:spPr>
              <a:xfrm>
                <a:off x="164520" y="1605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9" name="Google Shape;299;p5"/>
              <p:cNvSpPr/>
              <p:nvPr/>
            </p:nvSpPr>
            <p:spPr>
              <a:xfrm>
                <a:off x="257040" y="1605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0" name="Google Shape;300;p5"/>
              <p:cNvSpPr/>
              <p:nvPr/>
            </p:nvSpPr>
            <p:spPr>
              <a:xfrm>
                <a:off x="349560" y="1605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1" name="Google Shape;301;p5"/>
              <p:cNvSpPr/>
              <p:nvPr/>
            </p:nvSpPr>
            <p:spPr>
              <a:xfrm>
                <a:off x="442080" y="1605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2" name="Google Shape;302;p5"/>
              <p:cNvSpPr/>
              <p:nvPr/>
            </p:nvSpPr>
            <p:spPr>
              <a:xfrm>
                <a:off x="534600" y="1605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3" name="Google Shape;303;p5"/>
              <p:cNvSpPr/>
              <p:nvPr/>
            </p:nvSpPr>
            <p:spPr>
              <a:xfrm>
                <a:off x="626760" y="1605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4" name="Google Shape;304;p5"/>
              <p:cNvSpPr/>
              <p:nvPr/>
            </p:nvSpPr>
            <p:spPr>
              <a:xfrm>
                <a:off x="719280" y="1605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5" name="Google Shape;305;p5"/>
              <p:cNvSpPr/>
              <p:nvPr/>
            </p:nvSpPr>
            <p:spPr>
              <a:xfrm>
                <a:off x="811800" y="1605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306" name="Google Shape;306;p5"/>
          <p:cNvSpPr/>
          <p:nvPr/>
        </p:nvSpPr>
        <p:spPr>
          <a:xfrm>
            <a:off x="-1568520" y="3363480"/>
            <a:ext cx="1994400" cy="67680"/>
          </a:xfrm>
          <a:prstGeom prst="roundRect">
            <a:avLst>
              <a:gd fmla="val 50000" name="adj"/>
            </a:avLst>
          </a:prstGeom>
          <a:gradFill>
            <a:gsLst>
              <a:gs pos="0">
                <a:srgbClr val="151B46"/>
              </a:gs>
              <a:gs pos="100000">
                <a:srgbClr val="8FFFFF"/>
              </a:gs>
            </a:gsLst>
            <a:lin ang="2694000" scaled="0"/>
          </a:gradFill>
          <a:ln>
            <a:noFill/>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7" name="Google Shape;307;p5"/>
          <p:cNvSpPr/>
          <p:nvPr/>
        </p:nvSpPr>
        <p:spPr>
          <a:xfrm rot="10800000">
            <a:off x="360" y="3859200"/>
            <a:ext cx="586440" cy="1284120"/>
          </a:xfrm>
          <a:prstGeom prst="flowChartOffpageConnector">
            <a:avLst/>
          </a:prstGeom>
          <a:gradFill>
            <a:gsLst>
              <a:gs pos="0">
                <a:srgbClr val="1D2875"/>
              </a:gs>
              <a:gs pos="100000">
                <a:srgbClr val="151B4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Tree>
  </p:cSld>
  <p:clrMap accent1="accent1" accent2="accent2" accent3="accent3" accent4="accent4" accent5="accent5" accent6="accent6" bg1="lt1" bg2="dk2" tx1="dk1" tx2="lt2" folHlink="folHlink" hlink="hlink"/>
  <p:sldLayoutIdLst>
    <p:sldLayoutId id="214748365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productplan.com/glossary/jira" TargetMode="External"/><Relationship Id="rId4" Type="http://schemas.openxmlformats.org/officeDocument/2006/relationships/hyperlink" Target="https://www.productplan.com/glossary/jira" TargetMode="External"/><Relationship Id="rId5" Type="http://schemas.openxmlformats.org/officeDocument/2006/relationships/hyperlink" Target="https://www.geeksforgeeks.org/software-engineering/what-is-jira-software/" TargetMode="External"/><Relationship Id="rId6" Type="http://schemas.openxmlformats.org/officeDocument/2006/relationships/hyperlink" Target="https://www.geeksforgeeks.org/software-engineering/what-is-jira-software/" TargetMode="External"/></Relationships>
</file>

<file path=ppt/slides/_rels/slide11.xml.rels><?xml version="1.0" encoding="UTF-8" standalone="yes"?><Relationships xmlns="http://schemas.openxmlformats.org/package/2006/relationships"><Relationship Id="rId11" Type="http://schemas.openxmlformats.org/officeDocument/2006/relationships/hyperlink" Target="https://www.atlassian.com/software/jira/guides/getting-started/basics" TargetMode="External"/><Relationship Id="rId10" Type="http://schemas.openxmlformats.org/officeDocument/2006/relationships/hyperlink" Target="https://www.atlassian.com/software/jira/guides/getting-started/basics" TargetMode="External"/><Relationship Id="rId13" Type="http://schemas.openxmlformats.org/officeDocument/2006/relationships/hyperlink" Target="https://confluence.atlassian.com/jira" TargetMode="External"/><Relationship Id="rId12" Type="http://schemas.openxmlformats.org/officeDocument/2006/relationships/hyperlink" Target="https://confluence.atlassian.com/jira" TargetMode="External"/><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atlassian.com/software/jira.5" TargetMode="External"/><Relationship Id="rId4" Type="http://schemas.openxmlformats.org/officeDocument/2006/relationships/hyperlink" Target="https://www.atlassian.com/software/jira/features/kanban-boards" TargetMode="External"/><Relationship Id="rId9" Type="http://schemas.openxmlformats.org/officeDocument/2006/relationships/hyperlink" Target="https://www.atlassian.com/software/jira/features" TargetMode="External"/><Relationship Id="rId15" Type="http://schemas.openxmlformats.org/officeDocument/2006/relationships/hyperlink" Target="https://www.geeksforgeeks.org/software-engineering/what-is-jira-software/" TargetMode="External"/><Relationship Id="rId14" Type="http://schemas.openxmlformats.org/officeDocument/2006/relationships/hyperlink" Target="https://www.geeksforgeeks.org/software-engineering/what-is-jira-software/" TargetMode="External"/><Relationship Id="rId5" Type="http://schemas.openxmlformats.org/officeDocument/2006/relationships/hyperlink" Target="https://www.atlassian.com/software/jira/features/kanban-boards" TargetMode="External"/><Relationship Id="rId6" Type="http://schemas.openxmlformats.org/officeDocument/2006/relationships/hyperlink" Target="https://www.atlassian.com/software/jira/features/automation" TargetMode="External"/><Relationship Id="rId7" Type="http://schemas.openxmlformats.org/officeDocument/2006/relationships/hyperlink" Target="https://www.atlassian.com/software/jira/features/automation" TargetMode="External"/><Relationship Id="rId8" Type="http://schemas.openxmlformats.org/officeDocument/2006/relationships/hyperlink" Target="https://www.atlassian.com/software/jira/feature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learn.microsoft.com/en-us/azure/devops/report/dashboards/cumulative-flow?view=azure-devops" TargetMode="External"/><Relationship Id="rId4" Type="http://schemas.openxmlformats.org/officeDocument/2006/relationships/hyperlink" Target="https://learn.microsoft.com/en-us/azure/devops/report/dashboards/team-velocity?view=azure-devops" TargetMode="External"/><Relationship Id="rId5" Type="http://schemas.openxmlformats.org/officeDocument/2006/relationships/hyperlink" Target="https://learn.microsoft.com/en-us/azure/devops/report/dashboards/cycle-time-and-lead-time?view=azure-devops" TargetMode="External"/><Relationship Id="rId6" Type="http://schemas.openxmlformats.org/officeDocument/2006/relationships/hyperlink" Target="https://learn.microsoft.com/en-us/azure/devops/report/dashboards/cycle-time-and-lead-time?view=azure-devop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hyperlink" Target="https://learn.microsoft.com/en-us/azure/devops/boards/sprints/set-capacity?view=azure-devop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hyperlink" Target="https://learn.microsoft.com/en-us/azure/devops/report/dashboards/configure-burndown-burnup-widgets?view=azure-devop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1" Type="http://schemas.openxmlformats.org/officeDocument/2006/relationships/hyperlink" Target="https://www.youtube.com/watch?v=oqnAU5xbir4&amp;vl=en" TargetMode="External"/><Relationship Id="rId10" Type="http://schemas.openxmlformats.org/officeDocument/2006/relationships/hyperlink" Target="https://www.youtube.com/watch?v=oqnAU5xbir4&amp;vl=en" TargetMode="External"/><Relationship Id="rId13" Type="http://schemas.openxmlformats.org/officeDocument/2006/relationships/hyperlink" Target="https://www.klipfolio.com/integrations/trello-dashboard" TargetMode="External"/><Relationship Id="rId12" Type="http://schemas.openxmlformats.org/officeDocument/2006/relationships/hyperlink" Target="https://trello.com/power-ups/69345803ec5875c4f362fa5e" TargetMode="External"/><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www.youtube.com/watch?v=oqnAU5xbir4&amp;vl=en" TargetMode="External"/><Relationship Id="rId4" Type="http://schemas.openxmlformats.org/officeDocument/2006/relationships/hyperlink" Target="https://www.projectmanager.com/blog/trello-dashboard" TargetMode="External"/><Relationship Id="rId9" Type="http://schemas.openxmlformats.org/officeDocument/2006/relationships/hyperlink" Target="https://www.projectmanager.com/blog/trello-dashboard" TargetMode="External"/><Relationship Id="rId14" Type="http://schemas.openxmlformats.org/officeDocument/2006/relationships/hyperlink" Target="https://www.klipfolio.com/integrations/trello-dashboard" TargetMode="External"/><Relationship Id="rId5" Type="http://schemas.openxmlformats.org/officeDocument/2006/relationships/hyperlink" Target="https://support.atlassian.com/trello/docs/dashboard-view/" TargetMode="External"/><Relationship Id="rId6" Type="http://schemas.openxmlformats.org/officeDocument/2006/relationships/hyperlink" Target="https://support.atlassian.com/trello/docs/dashboard-view/" TargetMode="External"/><Relationship Id="rId7" Type="http://schemas.openxmlformats.org/officeDocument/2006/relationships/hyperlink" Target="https://www.youtube.com/watch?v=oqnAU5xbir4&amp;vl=en" TargetMode="External"/><Relationship Id="rId8" Type="http://schemas.openxmlformats.org/officeDocument/2006/relationships/hyperlink" Target="https://www.youtube.com/watch?v=oqnAU5xbir4&amp;vl=en"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grpSp>
        <p:nvGrpSpPr>
          <p:cNvPr id="687" name="Google Shape;687;p11"/>
          <p:cNvGrpSpPr/>
          <p:nvPr/>
        </p:nvGrpSpPr>
        <p:grpSpPr>
          <a:xfrm>
            <a:off x="2131200" y="4336560"/>
            <a:ext cx="882720" cy="241560"/>
            <a:chOff x="2131200" y="4336560"/>
            <a:chExt cx="882720" cy="241560"/>
          </a:xfrm>
        </p:grpSpPr>
        <p:sp>
          <p:nvSpPr>
            <p:cNvPr id="688" name="Google Shape;688;p11"/>
            <p:cNvSpPr/>
            <p:nvPr/>
          </p:nvSpPr>
          <p:spPr>
            <a:xfrm rot="10800000">
              <a:off x="2862000" y="433656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9" name="Google Shape;689;p11"/>
            <p:cNvSpPr/>
            <p:nvPr/>
          </p:nvSpPr>
          <p:spPr>
            <a:xfrm rot="10800000">
              <a:off x="2716200" y="433656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0" name="Google Shape;690;p11"/>
            <p:cNvSpPr/>
            <p:nvPr/>
          </p:nvSpPr>
          <p:spPr>
            <a:xfrm rot="10800000">
              <a:off x="2570040" y="433656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1" name="Google Shape;691;p11"/>
            <p:cNvSpPr/>
            <p:nvPr/>
          </p:nvSpPr>
          <p:spPr>
            <a:xfrm rot="10800000">
              <a:off x="2423520" y="43365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2" name="Google Shape;692;p11"/>
            <p:cNvSpPr/>
            <p:nvPr/>
          </p:nvSpPr>
          <p:spPr>
            <a:xfrm rot="10800000">
              <a:off x="2277360" y="433656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3" name="Google Shape;693;p11"/>
            <p:cNvSpPr/>
            <p:nvPr/>
          </p:nvSpPr>
          <p:spPr>
            <a:xfrm rot="10800000">
              <a:off x="2131200" y="43365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694" name="Google Shape;694;p11"/>
          <p:cNvGrpSpPr/>
          <p:nvPr/>
        </p:nvGrpSpPr>
        <p:grpSpPr>
          <a:xfrm>
            <a:off x="4423680" y="4119480"/>
            <a:ext cx="296100" cy="1822140"/>
            <a:chOff x="4423680" y="4119480"/>
            <a:chExt cx="296100" cy="1822140"/>
          </a:xfrm>
        </p:grpSpPr>
        <p:sp>
          <p:nvSpPr>
            <p:cNvPr id="695" name="Google Shape;695;p11"/>
            <p:cNvSpPr/>
            <p:nvPr/>
          </p:nvSpPr>
          <p:spPr>
            <a:xfrm flipH="1" rot="-5400000">
              <a:off x="3782880" y="5004720"/>
              <a:ext cx="1723680" cy="150120"/>
            </a:xfrm>
            <a:custGeom>
              <a:rect b="b" l="l" r="r" t="t"/>
              <a:pathLst>
                <a:path extrusionOk="0" fill="none" h="4834" w="55332">
                  <a:moveTo>
                    <a:pt x="55331" y="4834"/>
                  </a:moveTo>
                  <a:lnTo>
                    <a:pt x="28930" y="4834"/>
                  </a:lnTo>
                  <a:lnTo>
                    <a:pt x="27294" y="3198"/>
                  </a:lnTo>
                  <a:lnTo>
                    <a:pt x="24072" y="0"/>
                  </a:lnTo>
                  <a:lnTo>
                    <a:pt x="1" y="0"/>
                  </a:lnTo>
                </a:path>
              </a:pathLst>
            </a:custGeom>
            <a:noFill/>
            <a:ln cap="rnd" cmpd="sng" w="19050">
              <a:solidFill>
                <a:srgbClr val="95FFAE"/>
              </a:solidFill>
              <a:prstDash val="solid"/>
              <a:round/>
              <a:headEnd len="sm" w="sm" type="none"/>
              <a:tailEnd len="sm" w="sm" type="none"/>
            </a:ln>
          </p:spPr>
          <p:txBody>
            <a:bodyPr anchorCtr="0" anchor="ctr" bIns="75225" lIns="91425" spcFirstLastPara="1" rIns="91425" wrap="square" tIns="752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96" name="Google Shape;696;p11"/>
            <p:cNvSpPr/>
            <p:nvPr/>
          </p:nvSpPr>
          <p:spPr>
            <a:xfrm flipH="1" rot="-5400000">
              <a:off x="4423680" y="4715640"/>
              <a:ext cx="91440" cy="91440"/>
            </a:xfrm>
            <a:custGeom>
              <a:rect b="b" l="l" r="r" t="t"/>
              <a:pathLst>
                <a:path extrusionOk="0" fill="none" h="2951" w="2951">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97" name="Google Shape;697;p11"/>
            <p:cNvSpPr/>
            <p:nvPr/>
          </p:nvSpPr>
          <p:spPr>
            <a:xfrm flipH="1" rot="-5400000">
              <a:off x="4448160" y="4739760"/>
              <a:ext cx="42840" cy="42120"/>
            </a:xfrm>
            <a:custGeom>
              <a:rect b="b" l="l" r="r" t="t"/>
              <a:pathLst>
                <a:path extrusionOk="0" h="1364" w="1389">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8" name="Google Shape;698;p11"/>
            <p:cNvSpPr/>
            <p:nvPr/>
          </p:nvSpPr>
          <p:spPr>
            <a:xfrm flipH="1" rot="-5400000">
              <a:off x="4523400" y="4119480"/>
              <a:ext cx="91440" cy="91440"/>
            </a:xfrm>
            <a:custGeom>
              <a:rect b="b" l="l" r="r" t="t"/>
              <a:pathLst>
                <a:path extrusionOk="0" fill="none" h="2951" w="2951">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99" name="Google Shape;699;p11"/>
            <p:cNvSpPr/>
            <p:nvPr/>
          </p:nvSpPr>
          <p:spPr>
            <a:xfrm flipH="1" rot="-5400000">
              <a:off x="4547520" y="4143600"/>
              <a:ext cx="42840" cy="42120"/>
            </a:xfrm>
            <a:custGeom>
              <a:rect b="b" l="l" r="r" t="t"/>
              <a:pathLst>
                <a:path extrusionOk="0" h="1365" w="1389">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anchorCtr="0" anchor="ctr" bIns="21225" lIns="91425" spcFirstLastPara="1" rIns="91425" wrap="square" tIns="212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0" name="Google Shape;700;p11"/>
            <p:cNvSpPr/>
            <p:nvPr/>
          </p:nvSpPr>
          <p:spPr>
            <a:xfrm flipH="1" rot="-5400000">
              <a:off x="3990240" y="5286240"/>
              <a:ext cx="1134360" cy="174960"/>
            </a:xfrm>
            <a:custGeom>
              <a:rect b="b" l="l" r="r" t="t"/>
              <a:pathLst>
                <a:path extrusionOk="0" fill="none" h="5628" w="36417">
                  <a:moveTo>
                    <a:pt x="0" y="0"/>
                  </a:moveTo>
                  <a:lnTo>
                    <a:pt x="6049" y="0"/>
                  </a:lnTo>
                  <a:lnTo>
                    <a:pt x="8379" y="2330"/>
                  </a:lnTo>
                  <a:lnTo>
                    <a:pt x="11676" y="5627"/>
                  </a:lnTo>
                  <a:lnTo>
                    <a:pt x="36416" y="5627"/>
                  </a:lnTo>
                </a:path>
              </a:pathLst>
            </a:custGeom>
            <a:noFill/>
            <a:ln cap="rnd" cmpd="sng" w="19050">
              <a:solidFill>
                <a:srgbClr val="95FFAE"/>
              </a:solidFill>
              <a:prstDash val="solid"/>
              <a:round/>
              <a:headEnd len="sm" w="sm" type="none"/>
              <a:tailEnd len="sm" w="sm" type="none"/>
            </a:ln>
          </p:spPr>
          <p:txBody>
            <a:bodyPr anchorCtr="0" anchor="ctr" bIns="87475" lIns="91425" spcFirstLastPara="1" rIns="91425" wrap="square" tIns="87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701" name="Google Shape;701;p11"/>
          <p:cNvGrpSpPr/>
          <p:nvPr/>
        </p:nvGrpSpPr>
        <p:grpSpPr>
          <a:xfrm>
            <a:off x="2194920" y="779040"/>
            <a:ext cx="552600" cy="98640"/>
            <a:chOff x="2194920" y="779040"/>
            <a:chExt cx="552600" cy="98640"/>
          </a:xfrm>
        </p:grpSpPr>
        <p:sp>
          <p:nvSpPr>
            <p:cNvPr id="702" name="Google Shape;702;p11"/>
            <p:cNvSpPr/>
            <p:nvPr/>
          </p:nvSpPr>
          <p:spPr>
            <a:xfrm rot="5400000">
              <a:off x="2648880" y="77904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03" name="Google Shape;703;p11"/>
            <p:cNvSpPr/>
            <p:nvPr/>
          </p:nvSpPr>
          <p:spPr>
            <a:xfrm rot="5400000">
              <a:off x="2675160" y="80604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4" name="Google Shape;704;p11"/>
            <p:cNvSpPr/>
            <p:nvPr/>
          </p:nvSpPr>
          <p:spPr>
            <a:xfrm rot="5400000">
              <a:off x="2194920" y="78228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05" name="Google Shape;705;p11"/>
            <p:cNvSpPr/>
            <p:nvPr/>
          </p:nvSpPr>
          <p:spPr>
            <a:xfrm rot="5400000">
              <a:off x="2218680" y="80604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6" name="Google Shape;706;p11"/>
            <p:cNvSpPr/>
            <p:nvPr/>
          </p:nvSpPr>
          <p:spPr>
            <a:xfrm rot="5400000">
              <a:off x="2470680" y="64332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707" name="Google Shape;707;p11"/>
          <p:cNvGrpSpPr/>
          <p:nvPr/>
        </p:nvGrpSpPr>
        <p:grpSpPr>
          <a:xfrm>
            <a:off x="4505040" y="564480"/>
            <a:ext cx="1105920" cy="133920"/>
            <a:chOff x="4505040" y="564480"/>
            <a:chExt cx="1105920" cy="133920"/>
          </a:xfrm>
        </p:grpSpPr>
        <p:grpSp>
          <p:nvGrpSpPr>
            <p:cNvPr id="708" name="Google Shape;708;p11"/>
            <p:cNvGrpSpPr/>
            <p:nvPr/>
          </p:nvGrpSpPr>
          <p:grpSpPr>
            <a:xfrm>
              <a:off x="4505040" y="647640"/>
              <a:ext cx="883080" cy="50760"/>
              <a:chOff x="4505040" y="647640"/>
              <a:chExt cx="883080" cy="50760"/>
            </a:xfrm>
          </p:grpSpPr>
          <p:sp>
            <p:nvSpPr>
              <p:cNvPr id="709" name="Google Shape;709;p11"/>
              <p:cNvSpPr/>
              <p:nvPr/>
            </p:nvSpPr>
            <p:spPr>
              <a:xfrm>
                <a:off x="4505040" y="6476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0" name="Google Shape;710;p11"/>
              <p:cNvSpPr/>
              <p:nvPr/>
            </p:nvSpPr>
            <p:spPr>
              <a:xfrm>
                <a:off x="4597560" y="6476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1" name="Google Shape;711;p11"/>
              <p:cNvSpPr/>
              <p:nvPr/>
            </p:nvSpPr>
            <p:spPr>
              <a:xfrm>
                <a:off x="4690080" y="6476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2" name="Google Shape;712;p11"/>
              <p:cNvSpPr/>
              <p:nvPr/>
            </p:nvSpPr>
            <p:spPr>
              <a:xfrm>
                <a:off x="4782600" y="6476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3" name="Google Shape;713;p11"/>
              <p:cNvSpPr/>
              <p:nvPr/>
            </p:nvSpPr>
            <p:spPr>
              <a:xfrm>
                <a:off x="4875120" y="6476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4" name="Google Shape;714;p11"/>
              <p:cNvSpPr/>
              <p:nvPr/>
            </p:nvSpPr>
            <p:spPr>
              <a:xfrm>
                <a:off x="4967640" y="6476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5" name="Google Shape;715;p11"/>
              <p:cNvSpPr/>
              <p:nvPr/>
            </p:nvSpPr>
            <p:spPr>
              <a:xfrm>
                <a:off x="5060160" y="6476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6" name="Google Shape;716;p11"/>
              <p:cNvSpPr/>
              <p:nvPr/>
            </p:nvSpPr>
            <p:spPr>
              <a:xfrm>
                <a:off x="5152320" y="6476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7" name="Google Shape;717;p11"/>
              <p:cNvSpPr/>
              <p:nvPr/>
            </p:nvSpPr>
            <p:spPr>
              <a:xfrm>
                <a:off x="5244840" y="6476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8" name="Google Shape;718;p11"/>
              <p:cNvSpPr/>
              <p:nvPr/>
            </p:nvSpPr>
            <p:spPr>
              <a:xfrm>
                <a:off x="5337360" y="6476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719" name="Google Shape;719;p11"/>
            <p:cNvGrpSpPr/>
            <p:nvPr/>
          </p:nvGrpSpPr>
          <p:grpSpPr>
            <a:xfrm>
              <a:off x="4727880" y="564480"/>
              <a:ext cx="883080" cy="50760"/>
              <a:chOff x="4727880" y="564480"/>
              <a:chExt cx="883080" cy="50760"/>
            </a:xfrm>
          </p:grpSpPr>
          <p:sp>
            <p:nvSpPr>
              <p:cNvPr id="720" name="Google Shape;720;p11"/>
              <p:cNvSpPr/>
              <p:nvPr/>
            </p:nvSpPr>
            <p:spPr>
              <a:xfrm>
                <a:off x="4727880" y="5644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1" name="Google Shape;721;p11"/>
              <p:cNvSpPr/>
              <p:nvPr/>
            </p:nvSpPr>
            <p:spPr>
              <a:xfrm>
                <a:off x="4820400" y="5644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2" name="Google Shape;722;p11"/>
              <p:cNvSpPr/>
              <p:nvPr/>
            </p:nvSpPr>
            <p:spPr>
              <a:xfrm>
                <a:off x="4912920" y="5644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3" name="Google Shape;723;p11"/>
              <p:cNvSpPr/>
              <p:nvPr/>
            </p:nvSpPr>
            <p:spPr>
              <a:xfrm>
                <a:off x="5005440" y="5644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4" name="Google Shape;724;p11"/>
              <p:cNvSpPr/>
              <p:nvPr/>
            </p:nvSpPr>
            <p:spPr>
              <a:xfrm>
                <a:off x="5097600" y="5644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5" name="Google Shape;725;p11"/>
              <p:cNvSpPr/>
              <p:nvPr/>
            </p:nvSpPr>
            <p:spPr>
              <a:xfrm>
                <a:off x="5190120" y="5644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6" name="Google Shape;726;p11"/>
              <p:cNvSpPr/>
              <p:nvPr/>
            </p:nvSpPr>
            <p:spPr>
              <a:xfrm>
                <a:off x="5282640" y="5644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7" name="Google Shape;727;p11"/>
              <p:cNvSpPr/>
              <p:nvPr/>
            </p:nvSpPr>
            <p:spPr>
              <a:xfrm>
                <a:off x="5375160" y="5644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8" name="Google Shape;728;p11"/>
              <p:cNvSpPr/>
              <p:nvPr/>
            </p:nvSpPr>
            <p:spPr>
              <a:xfrm>
                <a:off x="5467680" y="5644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9" name="Google Shape;729;p11"/>
              <p:cNvSpPr/>
              <p:nvPr/>
            </p:nvSpPr>
            <p:spPr>
              <a:xfrm>
                <a:off x="5560200" y="56448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grpSp>
        <p:nvGrpSpPr>
          <p:cNvPr id="730" name="Google Shape;730;p11"/>
          <p:cNvGrpSpPr/>
          <p:nvPr/>
        </p:nvGrpSpPr>
        <p:grpSpPr>
          <a:xfrm>
            <a:off x="5447160" y="4536000"/>
            <a:ext cx="1252800" cy="50760"/>
            <a:chOff x="5447160" y="4536000"/>
            <a:chExt cx="1252800" cy="50760"/>
          </a:xfrm>
        </p:grpSpPr>
        <p:sp>
          <p:nvSpPr>
            <p:cNvPr id="731" name="Google Shape;731;p11"/>
            <p:cNvSpPr/>
            <p:nvPr/>
          </p:nvSpPr>
          <p:spPr>
            <a:xfrm>
              <a:off x="544716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2" name="Google Shape;732;p11"/>
            <p:cNvSpPr/>
            <p:nvPr/>
          </p:nvSpPr>
          <p:spPr>
            <a:xfrm>
              <a:off x="553968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3" name="Google Shape;733;p11"/>
            <p:cNvSpPr/>
            <p:nvPr/>
          </p:nvSpPr>
          <p:spPr>
            <a:xfrm>
              <a:off x="563220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4" name="Google Shape;734;p11"/>
            <p:cNvSpPr/>
            <p:nvPr/>
          </p:nvSpPr>
          <p:spPr>
            <a:xfrm>
              <a:off x="572472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5" name="Google Shape;735;p11"/>
            <p:cNvSpPr/>
            <p:nvPr/>
          </p:nvSpPr>
          <p:spPr>
            <a:xfrm>
              <a:off x="581724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6" name="Google Shape;736;p11"/>
            <p:cNvSpPr/>
            <p:nvPr/>
          </p:nvSpPr>
          <p:spPr>
            <a:xfrm>
              <a:off x="590976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7" name="Google Shape;737;p11"/>
            <p:cNvSpPr/>
            <p:nvPr/>
          </p:nvSpPr>
          <p:spPr>
            <a:xfrm>
              <a:off x="600228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8" name="Google Shape;738;p11"/>
            <p:cNvSpPr/>
            <p:nvPr/>
          </p:nvSpPr>
          <p:spPr>
            <a:xfrm>
              <a:off x="609444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9" name="Google Shape;739;p11"/>
            <p:cNvSpPr/>
            <p:nvPr/>
          </p:nvSpPr>
          <p:spPr>
            <a:xfrm>
              <a:off x="618696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0" name="Google Shape;740;p11"/>
            <p:cNvSpPr/>
            <p:nvPr/>
          </p:nvSpPr>
          <p:spPr>
            <a:xfrm>
              <a:off x="627948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1" name="Google Shape;741;p11"/>
            <p:cNvSpPr/>
            <p:nvPr/>
          </p:nvSpPr>
          <p:spPr>
            <a:xfrm>
              <a:off x="637200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2" name="Google Shape;742;p11"/>
            <p:cNvSpPr/>
            <p:nvPr/>
          </p:nvSpPr>
          <p:spPr>
            <a:xfrm>
              <a:off x="646452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3" name="Google Shape;743;p11"/>
            <p:cNvSpPr/>
            <p:nvPr/>
          </p:nvSpPr>
          <p:spPr>
            <a:xfrm>
              <a:off x="655668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4" name="Google Shape;744;p11"/>
            <p:cNvSpPr/>
            <p:nvPr/>
          </p:nvSpPr>
          <p:spPr>
            <a:xfrm>
              <a:off x="6649200" y="453600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745" name="Google Shape;745;p11"/>
          <p:cNvSpPr/>
          <p:nvPr/>
        </p:nvSpPr>
        <p:spPr>
          <a:xfrm>
            <a:off x="1676520" y="3095640"/>
            <a:ext cx="5790960" cy="495000"/>
          </a:xfrm>
          <a:prstGeom prst="rect">
            <a:avLst/>
          </a:prstGeom>
          <a:noFill/>
          <a:ln>
            <a:noFill/>
          </a:ln>
        </p:spPr>
        <p:txBody>
          <a:bodyPr anchorCtr="0" anchor="t" bIns="45700" lIns="91425" spcFirstLastPara="1" rIns="91425" wrap="square" tIns="45700">
            <a:noAutofit/>
          </a:bodyPr>
          <a:lstStyle/>
          <a:p>
            <a:pPr indent="0" lvl="0" marL="0" marR="0" rtl="0" algn="ctr">
              <a:lnSpc>
                <a:spcPct val="140001"/>
              </a:lnSpc>
              <a:spcBef>
                <a:spcPts val="0"/>
              </a:spcBef>
              <a:spcAft>
                <a:spcPts val="0"/>
              </a:spcAft>
              <a:buNone/>
            </a:pPr>
            <a:r>
              <a:rPr b="0" i="0" lang="en-US" sz="1800" u="none" cap="none" strike="noStrike">
                <a:solidFill>
                  <a:srgbClr val="FFFFFF"/>
                </a:solidFill>
                <a:latin typeface="PT Sans"/>
                <a:ea typeface="PT Sans"/>
                <a:cs typeface="PT Sans"/>
                <a:sym typeface="PT Sans"/>
              </a:rPr>
              <a:t>Tools: Jira, Trello, Azure DevOps — 5 presenters</a:t>
            </a:r>
            <a:endParaRPr b="0" i="0" sz="1800" u="none" cap="none" strike="noStrike">
              <a:solidFill>
                <a:srgbClr val="FFFFFF"/>
              </a:solidFill>
              <a:latin typeface="Noto Sans Symbols"/>
              <a:ea typeface="Noto Sans Symbols"/>
              <a:cs typeface="Noto Sans Symbols"/>
              <a:sym typeface="Noto Sans Symbols"/>
            </a:endParaRPr>
          </a:p>
        </p:txBody>
      </p:sp>
      <p:sp>
        <p:nvSpPr>
          <p:cNvPr id="746" name="Google Shape;746;p11"/>
          <p:cNvSpPr/>
          <p:nvPr/>
        </p:nvSpPr>
        <p:spPr>
          <a:xfrm>
            <a:off x="1314360" y="1133640"/>
            <a:ext cx="6505200" cy="666360"/>
          </a:xfrm>
          <a:prstGeom prst="rect">
            <a:avLst/>
          </a:prstGeom>
          <a:noFill/>
          <a:ln>
            <a:noFill/>
          </a:ln>
        </p:spPr>
        <p:txBody>
          <a:bodyPr anchorCtr="0" anchor="ctr" bIns="45700" lIns="91425" spcFirstLastPara="1" rIns="91425" wrap="square" tIns="45700">
            <a:noAutofit/>
          </a:bodyPr>
          <a:lstStyle/>
          <a:p>
            <a:pPr indent="0" lvl="0" marL="0" marR="0" rtl="0" algn="ctr">
              <a:lnSpc>
                <a:spcPct val="70001"/>
              </a:lnSpc>
              <a:spcBef>
                <a:spcPts val="0"/>
              </a:spcBef>
              <a:spcAft>
                <a:spcPts val="0"/>
              </a:spcAft>
              <a:buNone/>
            </a:pPr>
            <a:r>
              <a:rPr b="1" i="0" lang="en-US" sz="4930" u="none" cap="none" strike="noStrike">
                <a:solidFill>
                  <a:srgbClr val="8FFFFF"/>
                </a:solidFill>
                <a:latin typeface="Exo"/>
                <a:ea typeface="Exo"/>
                <a:cs typeface="Exo"/>
                <a:sym typeface="Exo"/>
              </a:rPr>
              <a:t>DevOps Planning</a:t>
            </a:r>
            <a:endParaRPr b="0" i="0" sz="493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12"/>
          <p:cNvSpPr/>
          <p:nvPr/>
        </p:nvSpPr>
        <p:spPr>
          <a:xfrm>
            <a:off x="5477040" y="1305000"/>
            <a:ext cx="2723760" cy="2733480"/>
          </a:xfrm>
          <a:prstGeom prst="ellipse">
            <a:avLst/>
          </a:pr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2" name="Google Shape;752;p12"/>
          <p:cNvSpPr/>
          <p:nvPr/>
        </p:nvSpPr>
        <p:spPr>
          <a:xfrm>
            <a:off x="3247920" y="4390920"/>
            <a:ext cx="1990440" cy="66240"/>
          </a:xfrm>
          <a:prstGeom prst="rect">
            <a:avLst/>
          </a:prstGeom>
          <a:gradFill>
            <a:gsLst>
              <a:gs pos="0">
                <a:srgbClr val="151B46"/>
              </a:gs>
              <a:gs pos="100000">
                <a:srgbClr val="8FFFFF"/>
              </a:gs>
            </a:gsLst>
            <a:lin ang="2700000" scaled="0"/>
          </a:gradFill>
          <a:ln>
            <a:noFill/>
          </a:ln>
        </p:spPr>
        <p:txBody>
          <a:bodyPr anchorCtr="0" anchor="ctr" bIns="33100" lIns="870823075" spcFirstLastPara="1" rIns="870823075" wrap="square" tIns="33100">
            <a:noAutofit/>
          </a:bodyPr>
          <a:lstStyle/>
          <a:p>
            <a:pPr indent="0" lvl="0" marL="0" marR="0" rtl="0" algn="l">
              <a:lnSpc>
                <a:spcPct val="100000"/>
              </a:lnSpc>
              <a:spcBef>
                <a:spcPts val="0"/>
              </a:spcBef>
              <a:spcAft>
                <a:spcPts val="0"/>
              </a:spcAft>
              <a:buNone/>
            </a:pPr>
            <a:r>
              <a:t/>
            </a:r>
            <a:endParaRPr b="0" sz="1800" u="none" strike="noStrike">
              <a:solidFill>
                <a:schemeClr val="dk1"/>
              </a:solidFill>
              <a:latin typeface="Arial"/>
              <a:ea typeface="Arial"/>
              <a:cs typeface="Arial"/>
              <a:sym typeface="Arial"/>
            </a:endParaRPr>
          </a:p>
        </p:txBody>
      </p:sp>
      <p:grpSp>
        <p:nvGrpSpPr>
          <p:cNvPr id="753" name="Google Shape;753;p12"/>
          <p:cNvGrpSpPr/>
          <p:nvPr/>
        </p:nvGrpSpPr>
        <p:grpSpPr>
          <a:xfrm>
            <a:off x="7766100" y="3306780"/>
            <a:ext cx="241560" cy="882720"/>
            <a:chOff x="7766100" y="3306780"/>
            <a:chExt cx="241560" cy="882720"/>
          </a:xfrm>
        </p:grpSpPr>
        <p:sp>
          <p:nvSpPr>
            <p:cNvPr id="754" name="Google Shape;754;p12"/>
            <p:cNvSpPr/>
            <p:nvPr/>
          </p:nvSpPr>
          <p:spPr>
            <a:xfrm rot="-5400000">
              <a:off x="7810920" y="399276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5" name="Google Shape;755;p12"/>
            <p:cNvSpPr/>
            <p:nvPr/>
          </p:nvSpPr>
          <p:spPr>
            <a:xfrm rot="-5400000">
              <a:off x="7811640" y="384588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6" name="Google Shape;756;p12"/>
            <p:cNvSpPr/>
            <p:nvPr/>
          </p:nvSpPr>
          <p:spPr>
            <a:xfrm rot="-5400000">
              <a:off x="7811640" y="369972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7" name="Google Shape;757;p12"/>
            <p:cNvSpPr/>
            <p:nvPr/>
          </p:nvSpPr>
          <p:spPr>
            <a:xfrm rot="-5400000">
              <a:off x="7811640" y="35535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8" name="Google Shape;758;p12"/>
            <p:cNvSpPr/>
            <p:nvPr/>
          </p:nvSpPr>
          <p:spPr>
            <a:xfrm rot="-5400000">
              <a:off x="7811640" y="340740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9" name="Google Shape;759;p12"/>
            <p:cNvSpPr/>
            <p:nvPr/>
          </p:nvSpPr>
          <p:spPr>
            <a:xfrm rot="-5400000">
              <a:off x="7811640" y="32612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760" name="Google Shape;760;p12"/>
          <p:cNvGrpSpPr/>
          <p:nvPr/>
        </p:nvGrpSpPr>
        <p:grpSpPr>
          <a:xfrm>
            <a:off x="4789440" y="914760"/>
            <a:ext cx="1105920" cy="133920"/>
            <a:chOff x="4789440" y="914760"/>
            <a:chExt cx="1105920" cy="133920"/>
          </a:xfrm>
        </p:grpSpPr>
        <p:grpSp>
          <p:nvGrpSpPr>
            <p:cNvPr id="761" name="Google Shape;761;p12"/>
            <p:cNvGrpSpPr/>
            <p:nvPr/>
          </p:nvGrpSpPr>
          <p:grpSpPr>
            <a:xfrm>
              <a:off x="4789440" y="997920"/>
              <a:ext cx="883080" cy="50760"/>
              <a:chOff x="4789440" y="997920"/>
              <a:chExt cx="883080" cy="50760"/>
            </a:xfrm>
          </p:grpSpPr>
          <p:sp>
            <p:nvSpPr>
              <p:cNvPr id="762" name="Google Shape;762;p12"/>
              <p:cNvSpPr/>
              <p:nvPr/>
            </p:nvSpPr>
            <p:spPr>
              <a:xfrm>
                <a:off x="478944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3" name="Google Shape;763;p12"/>
              <p:cNvSpPr/>
              <p:nvPr/>
            </p:nvSpPr>
            <p:spPr>
              <a:xfrm>
                <a:off x="488196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4" name="Google Shape;764;p12"/>
              <p:cNvSpPr/>
              <p:nvPr/>
            </p:nvSpPr>
            <p:spPr>
              <a:xfrm>
                <a:off x="497448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5" name="Google Shape;765;p12"/>
              <p:cNvSpPr/>
              <p:nvPr/>
            </p:nvSpPr>
            <p:spPr>
              <a:xfrm>
                <a:off x="506700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6" name="Google Shape;766;p12"/>
              <p:cNvSpPr/>
              <p:nvPr/>
            </p:nvSpPr>
            <p:spPr>
              <a:xfrm>
                <a:off x="515952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7" name="Google Shape;767;p12"/>
              <p:cNvSpPr/>
              <p:nvPr/>
            </p:nvSpPr>
            <p:spPr>
              <a:xfrm>
                <a:off x="525204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8" name="Google Shape;768;p12"/>
              <p:cNvSpPr/>
              <p:nvPr/>
            </p:nvSpPr>
            <p:spPr>
              <a:xfrm>
                <a:off x="534456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9" name="Google Shape;769;p12"/>
              <p:cNvSpPr/>
              <p:nvPr/>
            </p:nvSpPr>
            <p:spPr>
              <a:xfrm>
                <a:off x="543672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0" name="Google Shape;770;p12"/>
              <p:cNvSpPr/>
              <p:nvPr/>
            </p:nvSpPr>
            <p:spPr>
              <a:xfrm>
                <a:off x="552924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1" name="Google Shape;771;p12"/>
              <p:cNvSpPr/>
              <p:nvPr/>
            </p:nvSpPr>
            <p:spPr>
              <a:xfrm>
                <a:off x="562176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772" name="Google Shape;772;p12"/>
            <p:cNvGrpSpPr/>
            <p:nvPr/>
          </p:nvGrpSpPr>
          <p:grpSpPr>
            <a:xfrm>
              <a:off x="5012280" y="914760"/>
              <a:ext cx="883080" cy="50760"/>
              <a:chOff x="5012280" y="914760"/>
              <a:chExt cx="883080" cy="50760"/>
            </a:xfrm>
          </p:grpSpPr>
          <p:sp>
            <p:nvSpPr>
              <p:cNvPr id="773" name="Google Shape;773;p12"/>
              <p:cNvSpPr/>
              <p:nvPr/>
            </p:nvSpPr>
            <p:spPr>
              <a:xfrm>
                <a:off x="501228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4" name="Google Shape;774;p12"/>
              <p:cNvSpPr/>
              <p:nvPr/>
            </p:nvSpPr>
            <p:spPr>
              <a:xfrm>
                <a:off x="510480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5" name="Google Shape;775;p12"/>
              <p:cNvSpPr/>
              <p:nvPr/>
            </p:nvSpPr>
            <p:spPr>
              <a:xfrm>
                <a:off x="519732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6" name="Google Shape;776;p12"/>
              <p:cNvSpPr/>
              <p:nvPr/>
            </p:nvSpPr>
            <p:spPr>
              <a:xfrm>
                <a:off x="528984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7" name="Google Shape;777;p12"/>
              <p:cNvSpPr/>
              <p:nvPr/>
            </p:nvSpPr>
            <p:spPr>
              <a:xfrm>
                <a:off x="538200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8" name="Google Shape;778;p12"/>
              <p:cNvSpPr/>
              <p:nvPr/>
            </p:nvSpPr>
            <p:spPr>
              <a:xfrm>
                <a:off x="547452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9" name="Google Shape;779;p12"/>
              <p:cNvSpPr/>
              <p:nvPr/>
            </p:nvSpPr>
            <p:spPr>
              <a:xfrm>
                <a:off x="556704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0" name="Google Shape;780;p12"/>
              <p:cNvSpPr/>
              <p:nvPr/>
            </p:nvSpPr>
            <p:spPr>
              <a:xfrm>
                <a:off x="565956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1" name="Google Shape;781;p12"/>
              <p:cNvSpPr/>
              <p:nvPr/>
            </p:nvSpPr>
            <p:spPr>
              <a:xfrm>
                <a:off x="575208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2" name="Google Shape;782;p12"/>
              <p:cNvSpPr/>
              <p:nvPr/>
            </p:nvSpPr>
            <p:spPr>
              <a:xfrm>
                <a:off x="584460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783" name="Google Shape;783;p12"/>
          <p:cNvGrpSpPr/>
          <p:nvPr/>
        </p:nvGrpSpPr>
        <p:grpSpPr>
          <a:xfrm>
            <a:off x="5058720" y="3935160"/>
            <a:ext cx="552600" cy="98640"/>
            <a:chOff x="5058720" y="3935160"/>
            <a:chExt cx="552600" cy="98640"/>
          </a:xfrm>
        </p:grpSpPr>
        <p:sp>
          <p:nvSpPr>
            <p:cNvPr id="784" name="Google Shape;784;p12"/>
            <p:cNvSpPr/>
            <p:nvPr/>
          </p:nvSpPr>
          <p:spPr>
            <a:xfrm rot="5400000">
              <a:off x="5512680" y="393516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5" name="Google Shape;785;p12"/>
            <p:cNvSpPr/>
            <p:nvPr/>
          </p:nvSpPr>
          <p:spPr>
            <a:xfrm rot="5400000">
              <a:off x="5539320" y="396216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6" name="Google Shape;786;p12"/>
            <p:cNvSpPr/>
            <p:nvPr/>
          </p:nvSpPr>
          <p:spPr>
            <a:xfrm rot="5400000">
              <a:off x="5058720" y="393840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7" name="Google Shape;787;p12"/>
            <p:cNvSpPr/>
            <p:nvPr/>
          </p:nvSpPr>
          <p:spPr>
            <a:xfrm rot="5400000">
              <a:off x="5082480" y="396216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8" name="Google Shape;788;p12"/>
            <p:cNvSpPr/>
            <p:nvPr/>
          </p:nvSpPr>
          <p:spPr>
            <a:xfrm rot="5400000">
              <a:off x="5334840" y="379944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789" name="Google Shape;789;p12"/>
          <p:cNvSpPr/>
          <p:nvPr/>
        </p:nvSpPr>
        <p:spPr>
          <a:xfrm>
            <a:off x="866880" y="752400"/>
            <a:ext cx="4466880" cy="409320"/>
          </a:xfrm>
          <a:prstGeom prst="rect">
            <a:avLst/>
          </a:prstGeom>
          <a:noFill/>
          <a:ln>
            <a:noFill/>
          </a:ln>
        </p:spPr>
        <p:txBody>
          <a:bodyPr anchorCtr="0" anchor="b" bIns="45700" lIns="91425" spcFirstLastPara="1" rIns="91425" wrap="square" tIns="45700">
            <a:noAutofit/>
          </a:bodyPr>
          <a:lstStyle/>
          <a:p>
            <a:pPr indent="0" lvl="0" marL="0" marR="0" rtl="0" algn="l">
              <a:lnSpc>
                <a:spcPct val="80001"/>
              </a:lnSpc>
              <a:spcBef>
                <a:spcPts val="0"/>
              </a:spcBef>
              <a:spcAft>
                <a:spcPts val="0"/>
              </a:spcAft>
              <a:buNone/>
            </a:pPr>
            <a:r>
              <a:rPr b="1" lang="en-US" sz="2480" u="none" strike="noStrike">
                <a:solidFill>
                  <a:srgbClr val="8FFFFF"/>
                </a:solidFill>
                <a:latin typeface="Exo"/>
                <a:ea typeface="Exo"/>
                <a:cs typeface="Exo"/>
                <a:sym typeface="Exo"/>
              </a:rPr>
              <a:t>Introduction</a:t>
            </a:r>
            <a:endParaRPr b="0" sz="2480" u="none" strike="noStrike">
              <a:solidFill>
                <a:srgbClr val="FFFFFF"/>
              </a:solidFill>
              <a:latin typeface="Noto Sans Symbols"/>
              <a:ea typeface="Noto Sans Symbols"/>
              <a:cs typeface="Noto Sans Symbols"/>
              <a:sym typeface="Noto Sans Symbols"/>
            </a:endParaRPr>
          </a:p>
        </p:txBody>
      </p:sp>
      <p:sp>
        <p:nvSpPr>
          <p:cNvPr id="790" name="Google Shape;790;p12"/>
          <p:cNvSpPr/>
          <p:nvPr/>
        </p:nvSpPr>
        <p:spPr>
          <a:xfrm>
            <a:off x="866880" y="1962000"/>
            <a:ext cx="4466880" cy="159984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b="0" lang="en-US" sz="1190" u="none" strike="noStrike">
                <a:solidFill>
                  <a:srgbClr val="FFFFFF"/>
                </a:solidFill>
                <a:latin typeface="PT Sans"/>
                <a:ea typeface="PT Sans"/>
                <a:cs typeface="PT Sans"/>
                <a:sym typeface="PT Sans"/>
              </a:rPr>
              <a:t>Planning in DevOps is the </a:t>
            </a:r>
            <a:r>
              <a:rPr b="0" i="1" lang="en-US" sz="1190" u="none" strike="noStrike">
                <a:solidFill>
                  <a:srgbClr val="FFFFFF"/>
                </a:solidFill>
                <a:latin typeface="PT Sans"/>
                <a:ea typeface="PT Sans"/>
                <a:cs typeface="PT Sans"/>
                <a:sym typeface="PT Sans"/>
              </a:rPr>
              <a:t>initial phase</a:t>
            </a:r>
            <a:r>
              <a:rPr b="0" lang="en-US" sz="1190" u="none" strike="noStrike">
                <a:solidFill>
                  <a:srgbClr val="FFFFFF"/>
                </a:solidFill>
                <a:latin typeface="PT Sans"/>
                <a:ea typeface="PT Sans"/>
                <a:cs typeface="PT Sans"/>
                <a:sym typeface="PT Sans"/>
              </a:rPr>
              <a:t> that sets scope, priorities, and timelines for delivery.</a:t>
            </a:r>
            <a:endParaRPr b="0" sz="1190" u="none" strike="noStrike">
              <a:solidFill>
                <a:srgbClr val="FFFFFF"/>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t/>
            </a:r>
            <a:endParaRPr b="0" sz="1190" u="none" strike="noStrike">
              <a:solidFill>
                <a:srgbClr val="FFFFFF"/>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b="0" lang="en-US" sz="1190" u="none" strike="noStrike">
                <a:solidFill>
                  <a:srgbClr val="FFFFFF"/>
                </a:solidFill>
                <a:latin typeface="PT Sans"/>
                <a:ea typeface="PT Sans"/>
                <a:cs typeface="PT Sans"/>
                <a:sym typeface="PT Sans"/>
              </a:rPr>
              <a:t>It aligns stakeholders around goals, defines requirements, and assigns responsibilities to enable </a:t>
            </a:r>
            <a:r>
              <a:rPr b="1" lang="en-US" sz="1190" u="none" strike="noStrike">
                <a:solidFill>
                  <a:srgbClr val="FFFFFF"/>
                </a:solidFill>
                <a:latin typeface="PT Sans"/>
                <a:ea typeface="PT Sans"/>
                <a:cs typeface="PT Sans"/>
                <a:sym typeface="PT Sans"/>
              </a:rPr>
              <a:t>continuous delivery</a:t>
            </a:r>
            <a:r>
              <a:rPr b="0" lang="en-US" sz="1190" u="none" strike="noStrike">
                <a:solidFill>
                  <a:srgbClr val="FFFFFF"/>
                </a:solidFill>
                <a:latin typeface="PT Sans"/>
                <a:ea typeface="PT Sans"/>
                <a:cs typeface="PT Sans"/>
                <a:sym typeface="PT Sans"/>
              </a:rPr>
              <a:t> and efficient collaboration.</a:t>
            </a:r>
            <a:endParaRPr b="0" sz="1190"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grpSp>
        <p:nvGrpSpPr>
          <p:cNvPr id="795" name="Google Shape;795;p13"/>
          <p:cNvGrpSpPr/>
          <p:nvPr/>
        </p:nvGrpSpPr>
        <p:grpSpPr>
          <a:xfrm>
            <a:off x="7126560" y="852840"/>
            <a:ext cx="882720" cy="241560"/>
            <a:chOff x="7126560" y="852840"/>
            <a:chExt cx="882720" cy="241560"/>
          </a:xfrm>
        </p:grpSpPr>
        <p:sp>
          <p:nvSpPr>
            <p:cNvPr id="796" name="Google Shape;796;p13"/>
            <p:cNvSpPr/>
            <p:nvPr/>
          </p:nvSpPr>
          <p:spPr>
            <a:xfrm>
              <a:off x="7126560" y="85284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7" name="Google Shape;797;p13"/>
            <p:cNvSpPr/>
            <p:nvPr/>
          </p:nvSpPr>
          <p:spPr>
            <a:xfrm>
              <a:off x="7273800" y="85284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8" name="Google Shape;798;p13"/>
            <p:cNvSpPr/>
            <p:nvPr/>
          </p:nvSpPr>
          <p:spPr>
            <a:xfrm>
              <a:off x="7419960" y="85284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9" name="Google Shape;799;p13"/>
            <p:cNvSpPr/>
            <p:nvPr/>
          </p:nvSpPr>
          <p:spPr>
            <a:xfrm>
              <a:off x="756648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0" name="Google Shape;800;p13"/>
            <p:cNvSpPr/>
            <p:nvPr/>
          </p:nvSpPr>
          <p:spPr>
            <a:xfrm>
              <a:off x="7712640" y="8528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1" name="Google Shape;801;p13"/>
            <p:cNvSpPr/>
            <p:nvPr/>
          </p:nvSpPr>
          <p:spPr>
            <a:xfrm>
              <a:off x="785880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02" name="Google Shape;802;p13"/>
          <p:cNvSpPr/>
          <p:nvPr/>
        </p:nvSpPr>
        <p:spPr>
          <a:xfrm>
            <a:off x="228600" y="257040"/>
            <a:ext cx="4114440" cy="4628880"/>
          </a:xfrm>
          <a:prstGeom prst="roundRect">
            <a:avLst>
              <a:gd fmla="val 16667" name="adj"/>
            </a:avLst>
          </a:pr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3" name="Google Shape;803;p13"/>
          <p:cNvSpPr/>
          <p:nvPr/>
        </p:nvSpPr>
        <p:spPr>
          <a:xfrm>
            <a:off x="5048280" y="619200"/>
            <a:ext cx="2285640" cy="914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US" sz="5000" u="none" strike="noStrike">
                <a:solidFill>
                  <a:srgbClr val="FFFFFF"/>
                </a:solidFill>
                <a:latin typeface="Exo"/>
                <a:ea typeface="Exo"/>
                <a:cs typeface="Exo"/>
                <a:sym typeface="Exo"/>
              </a:rPr>
              <a:t>01</a:t>
            </a:r>
            <a:endParaRPr b="0" sz="5000" u="none" strike="noStrike">
              <a:solidFill>
                <a:srgbClr val="FFFFFF"/>
              </a:solidFill>
              <a:latin typeface="Noto Sans Symbols"/>
              <a:ea typeface="Noto Sans Symbols"/>
              <a:cs typeface="Noto Sans Symbols"/>
              <a:sym typeface="Noto Sans Symbols"/>
            </a:endParaRPr>
          </a:p>
        </p:txBody>
      </p:sp>
      <p:sp>
        <p:nvSpPr>
          <p:cNvPr id="804" name="Google Shape;804;p13"/>
          <p:cNvSpPr/>
          <p:nvPr/>
        </p:nvSpPr>
        <p:spPr>
          <a:xfrm>
            <a:off x="5048280" y="1428840"/>
            <a:ext cx="3476160" cy="1218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US" sz="4000" u="none" strike="noStrike">
                <a:solidFill>
                  <a:srgbClr val="FFFFFF"/>
                </a:solidFill>
                <a:latin typeface="Exo"/>
                <a:ea typeface="Exo"/>
                <a:cs typeface="Exo"/>
                <a:sym typeface="Exo"/>
              </a:rPr>
              <a:t>Planning Phase</a:t>
            </a:r>
            <a:endParaRPr b="0" sz="4000" u="none" strike="noStrike">
              <a:solidFill>
                <a:srgbClr val="FFFFFF"/>
              </a:solidFill>
              <a:latin typeface="Noto Sans Symbols"/>
              <a:ea typeface="Noto Sans Symbols"/>
              <a:cs typeface="Noto Sans Symbols"/>
              <a:sym typeface="Noto Sans Symbols"/>
            </a:endParaRPr>
          </a:p>
        </p:txBody>
      </p:sp>
      <p:sp>
        <p:nvSpPr>
          <p:cNvPr id="805" name="Google Shape;805;p13"/>
          <p:cNvSpPr/>
          <p:nvPr/>
        </p:nvSpPr>
        <p:spPr>
          <a:xfrm>
            <a:off x="5048280" y="3333600"/>
            <a:ext cx="3476160" cy="45684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grpSp>
        <p:nvGrpSpPr>
          <p:cNvPr id="810" name="Google Shape;810;p14"/>
          <p:cNvGrpSpPr/>
          <p:nvPr/>
        </p:nvGrpSpPr>
        <p:grpSpPr>
          <a:xfrm>
            <a:off x="7126560" y="852840"/>
            <a:ext cx="882720" cy="241560"/>
            <a:chOff x="7126560" y="852840"/>
            <a:chExt cx="882720" cy="241560"/>
          </a:xfrm>
        </p:grpSpPr>
        <p:sp>
          <p:nvSpPr>
            <p:cNvPr id="811" name="Google Shape;811;p14"/>
            <p:cNvSpPr/>
            <p:nvPr/>
          </p:nvSpPr>
          <p:spPr>
            <a:xfrm>
              <a:off x="7126560" y="85284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2" name="Google Shape;812;p14"/>
            <p:cNvSpPr/>
            <p:nvPr/>
          </p:nvSpPr>
          <p:spPr>
            <a:xfrm>
              <a:off x="7273800" y="85284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3" name="Google Shape;813;p14"/>
            <p:cNvSpPr/>
            <p:nvPr/>
          </p:nvSpPr>
          <p:spPr>
            <a:xfrm>
              <a:off x="7419960" y="85284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4" name="Google Shape;814;p14"/>
            <p:cNvSpPr/>
            <p:nvPr/>
          </p:nvSpPr>
          <p:spPr>
            <a:xfrm>
              <a:off x="756648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5" name="Google Shape;815;p14"/>
            <p:cNvSpPr/>
            <p:nvPr/>
          </p:nvSpPr>
          <p:spPr>
            <a:xfrm>
              <a:off x="7712640" y="8528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6" name="Google Shape;816;p14"/>
            <p:cNvSpPr/>
            <p:nvPr/>
          </p:nvSpPr>
          <p:spPr>
            <a:xfrm>
              <a:off x="785880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17" name="Google Shape;817;p14"/>
          <p:cNvSpPr/>
          <p:nvPr/>
        </p:nvSpPr>
        <p:spPr>
          <a:xfrm>
            <a:off x="619200" y="619200"/>
            <a:ext cx="790524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lang="en-US" sz="2040" u="none" strike="noStrike">
                <a:solidFill>
                  <a:srgbClr val="FFFFFF"/>
                </a:solidFill>
                <a:latin typeface="Exo"/>
                <a:ea typeface="Exo"/>
                <a:cs typeface="Exo"/>
                <a:sym typeface="Exo"/>
              </a:rPr>
              <a:t>Definition</a:t>
            </a:r>
            <a:endParaRPr b="0" sz="2040" u="none" strike="noStrike">
              <a:solidFill>
                <a:srgbClr val="FFFFFF"/>
              </a:solidFill>
              <a:latin typeface="Noto Sans Symbols"/>
              <a:ea typeface="Noto Sans Symbols"/>
              <a:cs typeface="Noto Sans Symbols"/>
              <a:sym typeface="Noto Sans Symbols"/>
            </a:endParaRPr>
          </a:p>
        </p:txBody>
      </p:sp>
      <p:sp>
        <p:nvSpPr>
          <p:cNvPr id="818" name="Google Shape;818;p14"/>
          <p:cNvSpPr/>
          <p:nvPr/>
        </p:nvSpPr>
        <p:spPr>
          <a:xfrm>
            <a:off x="619200" y="1905120"/>
            <a:ext cx="7905240" cy="137124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b="0" lang="en-US" sz="1480" u="none" strike="noStrike">
                <a:solidFill>
                  <a:srgbClr val="FFFFFF"/>
                </a:solidFill>
                <a:latin typeface="PT Sans"/>
                <a:ea typeface="PT Sans"/>
                <a:cs typeface="PT Sans"/>
                <a:sym typeface="PT Sans"/>
              </a:rPr>
              <a:t>The </a:t>
            </a:r>
            <a:r>
              <a:rPr b="0" i="1" lang="en-US" sz="1480" u="none" strike="noStrike">
                <a:solidFill>
                  <a:srgbClr val="FFFFFF"/>
                </a:solidFill>
                <a:latin typeface="PT Sans"/>
                <a:ea typeface="PT Sans"/>
                <a:cs typeface="PT Sans"/>
                <a:sym typeface="PT Sans"/>
              </a:rPr>
              <a:t>Planning Phase</a:t>
            </a:r>
            <a:r>
              <a:rPr b="0" lang="en-US" sz="1480" u="none" strike="noStrike">
                <a:solidFill>
                  <a:srgbClr val="FFFFFF"/>
                </a:solidFill>
                <a:latin typeface="PT Sans"/>
                <a:ea typeface="PT Sans"/>
                <a:cs typeface="PT Sans"/>
                <a:sym typeface="PT Sans"/>
              </a:rPr>
              <a:t> establishes project objectives, user stories, and sprint backlogs.</a:t>
            </a:r>
            <a:endParaRPr b="0" sz="1480" u="none" strike="noStrike">
              <a:solidFill>
                <a:srgbClr val="FFFFFF"/>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t/>
            </a:r>
            <a:endParaRPr b="0" sz="1480" u="none" strike="noStrike">
              <a:solidFill>
                <a:srgbClr val="FFFFFF"/>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b="0" lang="en-US" sz="1480" u="none" strike="noStrike">
                <a:solidFill>
                  <a:srgbClr val="FFFFFF"/>
                </a:solidFill>
                <a:latin typeface="PT Sans"/>
                <a:ea typeface="PT Sans"/>
                <a:cs typeface="PT Sans"/>
                <a:sym typeface="PT Sans"/>
              </a:rPr>
              <a:t>It defines scope, acceptance criteria, and resource allocation to create a clear roadmap for implementation and testing.</a:t>
            </a:r>
            <a:endParaRPr b="0" sz="1480"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grpSp>
        <p:nvGrpSpPr>
          <p:cNvPr id="823" name="Google Shape;823;p15"/>
          <p:cNvGrpSpPr/>
          <p:nvPr/>
        </p:nvGrpSpPr>
        <p:grpSpPr>
          <a:xfrm>
            <a:off x="7126560" y="852840"/>
            <a:ext cx="882720" cy="241560"/>
            <a:chOff x="7126560" y="852840"/>
            <a:chExt cx="882720" cy="241560"/>
          </a:xfrm>
        </p:grpSpPr>
        <p:sp>
          <p:nvSpPr>
            <p:cNvPr id="824" name="Google Shape;824;p15"/>
            <p:cNvSpPr/>
            <p:nvPr/>
          </p:nvSpPr>
          <p:spPr>
            <a:xfrm>
              <a:off x="7126560" y="85284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25" name="Google Shape;825;p15"/>
            <p:cNvSpPr/>
            <p:nvPr/>
          </p:nvSpPr>
          <p:spPr>
            <a:xfrm>
              <a:off x="7273800" y="85284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26" name="Google Shape;826;p15"/>
            <p:cNvSpPr/>
            <p:nvPr/>
          </p:nvSpPr>
          <p:spPr>
            <a:xfrm>
              <a:off x="7419960" y="85284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27" name="Google Shape;827;p15"/>
            <p:cNvSpPr/>
            <p:nvPr/>
          </p:nvSpPr>
          <p:spPr>
            <a:xfrm>
              <a:off x="756648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28" name="Google Shape;828;p15"/>
            <p:cNvSpPr/>
            <p:nvPr/>
          </p:nvSpPr>
          <p:spPr>
            <a:xfrm>
              <a:off x="7712640" y="8528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29" name="Google Shape;829;p15"/>
            <p:cNvSpPr/>
            <p:nvPr/>
          </p:nvSpPr>
          <p:spPr>
            <a:xfrm>
              <a:off x="785880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30" name="Google Shape;830;p15"/>
          <p:cNvSpPr/>
          <p:nvPr/>
        </p:nvSpPr>
        <p:spPr>
          <a:xfrm>
            <a:off x="619200" y="619200"/>
            <a:ext cx="790524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lang="en-US" sz="2040" u="none" strike="noStrike">
                <a:solidFill>
                  <a:srgbClr val="FFFFFF"/>
                </a:solidFill>
                <a:latin typeface="Exo"/>
                <a:ea typeface="Exo"/>
                <a:cs typeface="Exo"/>
                <a:sym typeface="Exo"/>
              </a:rPr>
              <a:t>Importance</a:t>
            </a:r>
            <a:endParaRPr b="0" sz="2040" u="none" strike="noStrike">
              <a:solidFill>
                <a:srgbClr val="FFFFFF"/>
              </a:solidFill>
              <a:latin typeface="Noto Sans Symbols"/>
              <a:ea typeface="Noto Sans Symbols"/>
              <a:cs typeface="Noto Sans Symbols"/>
              <a:sym typeface="Noto Sans Symbols"/>
            </a:endParaRPr>
          </a:p>
        </p:txBody>
      </p:sp>
      <p:sp>
        <p:nvSpPr>
          <p:cNvPr id="831" name="Google Shape;831;p15"/>
          <p:cNvSpPr/>
          <p:nvPr/>
        </p:nvSpPr>
        <p:spPr>
          <a:xfrm>
            <a:off x="619200" y="1905120"/>
            <a:ext cx="7905240" cy="167616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0" lang="en-US" sz="1600" u="none" strike="noStrike">
                <a:solidFill>
                  <a:srgbClr val="FFFFFF"/>
                </a:solidFill>
                <a:latin typeface="PT Sans"/>
                <a:ea typeface="PT Sans"/>
                <a:cs typeface="PT Sans"/>
                <a:sym typeface="PT Sans"/>
              </a:rPr>
              <a:t>Effective planning reduces risks, shortens delivery cycles, and improves stakeholder alignment.</a:t>
            </a:r>
            <a:endParaRPr b="0" sz="1600" u="none" strike="noStrike">
              <a:solidFill>
                <a:srgbClr val="FFFFFF"/>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0" sz="1600" u="none" strike="noStrike">
              <a:solidFill>
                <a:srgbClr val="FFFFFF"/>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rPr b="0" lang="en-US" sz="1600" u="none" strike="noStrike">
                <a:solidFill>
                  <a:srgbClr val="FFFFFF"/>
                </a:solidFill>
                <a:latin typeface="PT Sans"/>
                <a:ea typeface="PT Sans"/>
                <a:cs typeface="PT Sans"/>
                <a:sym typeface="PT Sans"/>
              </a:rPr>
              <a:t>Clear plans enable </a:t>
            </a:r>
            <a:r>
              <a:rPr b="1" lang="en-US" sz="1600" u="none" strike="noStrike">
                <a:solidFill>
                  <a:srgbClr val="FFFFFF"/>
                </a:solidFill>
                <a:latin typeface="PT Sans"/>
                <a:ea typeface="PT Sans"/>
                <a:cs typeface="PT Sans"/>
                <a:sym typeface="PT Sans"/>
              </a:rPr>
              <a:t>predictable releases</a:t>
            </a:r>
            <a:r>
              <a:rPr b="0" lang="en-US" sz="1600" u="none" strike="noStrike">
                <a:solidFill>
                  <a:srgbClr val="FFFFFF"/>
                </a:solidFill>
                <a:latin typeface="PT Sans"/>
                <a:ea typeface="PT Sans"/>
                <a:cs typeface="PT Sans"/>
                <a:sym typeface="PT Sans"/>
              </a:rPr>
              <a:t> and better team coordination across Jira, Trello, or Azure DevOps.</a:t>
            </a:r>
            <a:endParaRPr b="0" sz="1600"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6"/>
          <p:cNvSpPr/>
          <p:nvPr/>
        </p:nvSpPr>
        <p:spPr>
          <a:xfrm>
            <a:off x="5477040" y="1305000"/>
            <a:ext cx="2723760" cy="2733480"/>
          </a:xfrm>
          <a:prstGeom prst="ellipse">
            <a:avLst/>
          </a:pr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37" name="Google Shape;837;p16"/>
          <p:cNvSpPr/>
          <p:nvPr/>
        </p:nvSpPr>
        <p:spPr>
          <a:xfrm>
            <a:off x="3247920" y="4390920"/>
            <a:ext cx="1990440" cy="66240"/>
          </a:xfrm>
          <a:prstGeom prst="rect">
            <a:avLst/>
          </a:prstGeom>
          <a:gradFill>
            <a:gsLst>
              <a:gs pos="0">
                <a:srgbClr val="151B46"/>
              </a:gs>
              <a:gs pos="100000">
                <a:srgbClr val="8FFFFF"/>
              </a:gs>
            </a:gsLst>
            <a:lin ang="2700000" scaled="0"/>
          </a:gradFill>
          <a:ln>
            <a:noFill/>
          </a:ln>
        </p:spPr>
        <p:txBody>
          <a:bodyPr anchorCtr="0" anchor="ctr" bIns="33100" lIns="870823075" spcFirstLastPara="1" rIns="870823075" wrap="square" tIns="33100">
            <a:noAutofit/>
          </a:bodyPr>
          <a:lstStyle/>
          <a:p>
            <a:pPr indent="0" lvl="0" marL="0" marR="0" rtl="0" algn="l">
              <a:lnSpc>
                <a:spcPct val="100000"/>
              </a:lnSpc>
              <a:spcBef>
                <a:spcPts val="0"/>
              </a:spcBef>
              <a:spcAft>
                <a:spcPts val="0"/>
              </a:spcAft>
              <a:buNone/>
            </a:pPr>
            <a:r>
              <a:t/>
            </a:r>
            <a:endParaRPr b="0" sz="1800" u="none" strike="noStrike">
              <a:solidFill>
                <a:schemeClr val="dk1"/>
              </a:solidFill>
              <a:latin typeface="Arial"/>
              <a:ea typeface="Arial"/>
              <a:cs typeface="Arial"/>
              <a:sym typeface="Arial"/>
            </a:endParaRPr>
          </a:p>
        </p:txBody>
      </p:sp>
      <p:grpSp>
        <p:nvGrpSpPr>
          <p:cNvPr id="838" name="Google Shape;838;p16"/>
          <p:cNvGrpSpPr/>
          <p:nvPr/>
        </p:nvGrpSpPr>
        <p:grpSpPr>
          <a:xfrm>
            <a:off x="7766100" y="3306780"/>
            <a:ext cx="241560" cy="882720"/>
            <a:chOff x="7766100" y="3306780"/>
            <a:chExt cx="241560" cy="882720"/>
          </a:xfrm>
        </p:grpSpPr>
        <p:sp>
          <p:nvSpPr>
            <p:cNvPr id="839" name="Google Shape;839;p16"/>
            <p:cNvSpPr/>
            <p:nvPr/>
          </p:nvSpPr>
          <p:spPr>
            <a:xfrm rot="-5400000">
              <a:off x="7810920" y="399276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0" name="Google Shape;840;p16"/>
            <p:cNvSpPr/>
            <p:nvPr/>
          </p:nvSpPr>
          <p:spPr>
            <a:xfrm rot="-5400000">
              <a:off x="7811640" y="384588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1" name="Google Shape;841;p16"/>
            <p:cNvSpPr/>
            <p:nvPr/>
          </p:nvSpPr>
          <p:spPr>
            <a:xfrm rot="-5400000">
              <a:off x="7811640" y="369972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2" name="Google Shape;842;p16"/>
            <p:cNvSpPr/>
            <p:nvPr/>
          </p:nvSpPr>
          <p:spPr>
            <a:xfrm rot="-5400000">
              <a:off x="7811640" y="355356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3" name="Google Shape;843;p16"/>
            <p:cNvSpPr/>
            <p:nvPr/>
          </p:nvSpPr>
          <p:spPr>
            <a:xfrm rot="-5400000">
              <a:off x="7811640" y="340740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4" name="Google Shape;844;p16"/>
            <p:cNvSpPr/>
            <p:nvPr/>
          </p:nvSpPr>
          <p:spPr>
            <a:xfrm rot="-5400000">
              <a:off x="7811640" y="32612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845" name="Google Shape;845;p16"/>
          <p:cNvGrpSpPr/>
          <p:nvPr/>
        </p:nvGrpSpPr>
        <p:grpSpPr>
          <a:xfrm>
            <a:off x="4789440" y="914760"/>
            <a:ext cx="1105920" cy="133920"/>
            <a:chOff x="4789440" y="914760"/>
            <a:chExt cx="1105920" cy="133920"/>
          </a:xfrm>
        </p:grpSpPr>
        <p:grpSp>
          <p:nvGrpSpPr>
            <p:cNvPr id="846" name="Google Shape;846;p16"/>
            <p:cNvGrpSpPr/>
            <p:nvPr/>
          </p:nvGrpSpPr>
          <p:grpSpPr>
            <a:xfrm>
              <a:off x="4789440" y="997920"/>
              <a:ext cx="883080" cy="50760"/>
              <a:chOff x="4789440" y="997920"/>
              <a:chExt cx="883080" cy="50760"/>
            </a:xfrm>
          </p:grpSpPr>
          <p:sp>
            <p:nvSpPr>
              <p:cNvPr id="847" name="Google Shape;847;p16"/>
              <p:cNvSpPr/>
              <p:nvPr/>
            </p:nvSpPr>
            <p:spPr>
              <a:xfrm>
                <a:off x="478944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8" name="Google Shape;848;p16"/>
              <p:cNvSpPr/>
              <p:nvPr/>
            </p:nvSpPr>
            <p:spPr>
              <a:xfrm>
                <a:off x="488196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9" name="Google Shape;849;p16"/>
              <p:cNvSpPr/>
              <p:nvPr/>
            </p:nvSpPr>
            <p:spPr>
              <a:xfrm>
                <a:off x="497448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0" name="Google Shape;850;p16"/>
              <p:cNvSpPr/>
              <p:nvPr/>
            </p:nvSpPr>
            <p:spPr>
              <a:xfrm>
                <a:off x="506700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1" name="Google Shape;851;p16"/>
              <p:cNvSpPr/>
              <p:nvPr/>
            </p:nvSpPr>
            <p:spPr>
              <a:xfrm>
                <a:off x="515952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2" name="Google Shape;852;p16"/>
              <p:cNvSpPr/>
              <p:nvPr/>
            </p:nvSpPr>
            <p:spPr>
              <a:xfrm>
                <a:off x="525204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3" name="Google Shape;853;p16"/>
              <p:cNvSpPr/>
              <p:nvPr/>
            </p:nvSpPr>
            <p:spPr>
              <a:xfrm>
                <a:off x="534456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4" name="Google Shape;854;p16"/>
              <p:cNvSpPr/>
              <p:nvPr/>
            </p:nvSpPr>
            <p:spPr>
              <a:xfrm>
                <a:off x="543672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5" name="Google Shape;855;p16"/>
              <p:cNvSpPr/>
              <p:nvPr/>
            </p:nvSpPr>
            <p:spPr>
              <a:xfrm>
                <a:off x="552924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6" name="Google Shape;856;p16"/>
              <p:cNvSpPr/>
              <p:nvPr/>
            </p:nvSpPr>
            <p:spPr>
              <a:xfrm>
                <a:off x="5621760" y="99792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857" name="Google Shape;857;p16"/>
            <p:cNvGrpSpPr/>
            <p:nvPr/>
          </p:nvGrpSpPr>
          <p:grpSpPr>
            <a:xfrm>
              <a:off x="5012280" y="914760"/>
              <a:ext cx="883080" cy="50760"/>
              <a:chOff x="5012280" y="914760"/>
              <a:chExt cx="883080" cy="50760"/>
            </a:xfrm>
          </p:grpSpPr>
          <p:sp>
            <p:nvSpPr>
              <p:cNvPr id="858" name="Google Shape;858;p16"/>
              <p:cNvSpPr/>
              <p:nvPr/>
            </p:nvSpPr>
            <p:spPr>
              <a:xfrm>
                <a:off x="501228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9" name="Google Shape;859;p16"/>
              <p:cNvSpPr/>
              <p:nvPr/>
            </p:nvSpPr>
            <p:spPr>
              <a:xfrm>
                <a:off x="510480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0" name="Google Shape;860;p16"/>
              <p:cNvSpPr/>
              <p:nvPr/>
            </p:nvSpPr>
            <p:spPr>
              <a:xfrm>
                <a:off x="519732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1" name="Google Shape;861;p16"/>
              <p:cNvSpPr/>
              <p:nvPr/>
            </p:nvSpPr>
            <p:spPr>
              <a:xfrm>
                <a:off x="528984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2" name="Google Shape;862;p16"/>
              <p:cNvSpPr/>
              <p:nvPr/>
            </p:nvSpPr>
            <p:spPr>
              <a:xfrm>
                <a:off x="538200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3" name="Google Shape;863;p16"/>
              <p:cNvSpPr/>
              <p:nvPr/>
            </p:nvSpPr>
            <p:spPr>
              <a:xfrm>
                <a:off x="547452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4" name="Google Shape;864;p16"/>
              <p:cNvSpPr/>
              <p:nvPr/>
            </p:nvSpPr>
            <p:spPr>
              <a:xfrm>
                <a:off x="556704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5" name="Google Shape;865;p16"/>
              <p:cNvSpPr/>
              <p:nvPr/>
            </p:nvSpPr>
            <p:spPr>
              <a:xfrm>
                <a:off x="565956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6" name="Google Shape;866;p16"/>
              <p:cNvSpPr/>
              <p:nvPr/>
            </p:nvSpPr>
            <p:spPr>
              <a:xfrm>
                <a:off x="575208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7" name="Google Shape;867;p16"/>
              <p:cNvSpPr/>
              <p:nvPr/>
            </p:nvSpPr>
            <p:spPr>
              <a:xfrm>
                <a:off x="5844600" y="91476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868" name="Google Shape;868;p16"/>
          <p:cNvGrpSpPr/>
          <p:nvPr/>
        </p:nvGrpSpPr>
        <p:grpSpPr>
          <a:xfrm>
            <a:off x="5058720" y="3935160"/>
            <a:ext cx="552600" cy="98640"/>
            <a:chOff x="5058720" y="3935160"/>
            <a:chExt cx="552600" cy="98640"/>
          </a:xfrm>
        </p:grpSpPr>
        <p:sp>
          <p:nvSpPr>
            <p:cNvPr id="869" name="Google Shape;869;p16"/>
            <p:cNvSpPr/>
            <p:nvPr/>
          </p:nvSpPr>
          <p:spPr>
            <a:xfrm rot="5400000">
              <a:off x="5512680" y="393516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70" name="Google Shape;870;p16"/>
            <p:cNvSpPr/>
            <p:nvPr/>
          </p:nvSpPr>
          <p:spPr>
            <a:xfrm rot="5400000">
              <a:off x="5539320" y="396216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1" name="Google Shape;871;p16"/>
            <p:cNvSpPr/>
            <p:nvPr/>
          </p:nvSpPr>
          <p:spPr>
            <a:xfrm rot="5400000">
              <a:off x="5058720" y="393840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72" name="Google Shape;872;p16"/>
            <p:cNvSpPr/>
            <p:nvPr/>
          </p:nvSpPr>
          <p:spPr>
            <a:xfrm rot="5400000">
              <a:off x="5082480" y="396216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3" name="Google Shape;873;p16"/>
            <p:cNvSpPr/>
            <p:nvPr/>
          </p:nvSpPr>
          <p:spPr>
            <a:xfrm rot="5400000">
              <a:off x="5334840" y="379944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874" name="Google Shape;874;p16"/>
          <p:cNvSpPr/>
          <p:nvPr/>
        </p:nvSpPr>
        <p:spPr>
          <a:xfrm>
            <a:off x="866880" y="752400"/>
            <a:ext cx="4466880" cy="409320"/>
          </a:xfrm>
          <a:prstGeom prst="rect">
            <a:avLst/>
          </a:prstGeom>
          <a:noFill/>
          <a:ln>
            <a:noFill/>
          </a:ln>
        </p:spPr>
        <p:txBody>
          <a:bodyPr anchorCtr="0" anchor="b" bIns="45700" lIns="91425" spcFirstLastPara="1" rIns="91425" wrap="square" tIns="45700">
            <a:noAutofit/>
          </a:bodyPr>
          <a:lstStyle/>
          <a:p>
            <a:pPr indent="0" lvl="0" marL="0" marR="0" rtl="0" algn="l">
              <a:lnSpc>
                <a:spcPct val="80001"/>
              </a:lnSpc>
              <a:spcBef>
                <a:spcPts val="0"/>
              </a:spcBef>
              <a:spcAft>
                <a:spcPts val="0"/>
              </a:spcAft>
              <a:buNone/>
            </a:pPr>
            <a:r>
              <a:rPr b="1" lang="en-US" sz="2480" u="none" strike="noStrike">
                <a:solidFill>
                  <a:srgbClr val="8FFFFF"/>
                </a:solidFill>
                <a:latin typeface="Exo"/>
                <a:ea typeface="Exo"/>
                <a:cs typeface="Exo"/>
                <a:sym typeface="Exo"/>
              </a:rPr>
              <a:t>Deliverables</a:t>
            </a:r>
            <a:endParaRPr b="0" sz="2480" u="none" strike="noStrike">
              <a:solidFill>
                <a:srgbClr val="FFFFFF"/>
              </a:solidFill>
              <a:latin typeface="Noto Sans Symbols"/>
              <a:ea typeface="Noto Sans Symbols"/>
              <a:cs typeface="Noto Sans Symbols"/>
              <a:sym typeface="Noto Sans Symbols"/>
            </a:endParaRPr>
          </a:p>
        </p:txBody>
      </p:sp>
      <p:sp>
        <p:nvSpPr>
          <p:cNvPr id="875" name="Google Shape;875;p16"/>
          <p:cNvSpPr/>
          <p:nvPr/>
        </p:nvSpPr>
        <p:spPr>
          <a:xfrm>
            <a:off x="866880" y="1962000"/>
            <a:ext cx="4466880" cy="175212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b="0" lang="en-US" sz="1295" u="none" strike="noStrike">
                <a:solidFill>
                  <a:srgbClr val="FFFFFF"/>
                </a:solidFill>
                <a:latin typeface="PT Sans"/>
                <a:ea typeface="PT Sans"/>
                <a:cs typeface="PT Sans"/>
                <a:sym typeface="PT Sans"/>
              </a:rPr>
              <a:t>Define </a:t>
            </a:r>
            <a:r>
              <a:rPr b="0" i="1" lang="en-US" sz="1295" u="none" strike="noStrike">
                <a:solidFill>
                  <a:srgbClr val="FFFFFF"/>
                </a:solidFill>
                <a:latin typeface="PT Sans"/>
                <a:ea typeface="PT Sans"/>
                <a:cs typeface="PT Sans"/>
                <a:sym typeface="PT Sans"/>
              </a:rPr>
              <a:t>requirements</a:t>
            </a:r>
            <a:r>
              <a:rPr b="0" lang="en-US" sz="1295" u="none" strike="noStrike">
                <a:solidFill>
                  <a:srgbClr val="FFFFFF"/>
                </a:solidFill>
                <a:latin typeface="PT Sans"/>
                <a:ea typeface="PT Sans"/>
                <a:cs typeface="PT Sans"/>
                <a:sym typeface="PT Sans"/>
              </a:rPr>
              <a:t>, user stories, and acceptance criteria to form the product backlog.</a:t>
            </a:r>
            <a:endParaRPr b="0" sz="1295" u="none" strike="noStrike">
              <a:solidFill>
                <a:srgbClr val="FFFFFF"/>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t/>
            </a:r>
            <a:endParaRPr b="0" sz="1295" u="none" strike="noStrike">
              <a:solidFill>
                <a:srgbClr val="FFFFFF"/>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b="0" lang="en-US" sz="1295" u="none" strike="noStrike">
                <a:solidFill>
                  <a:srgbClr val="FFFFFF"/>
                </a:solidFill>
                <a:latin typeface="PT Sans"/>
                <a:ea typeface="PT Sans"/>
                <a:cs typeface="PT Sans"/>
                <a:sym typeface="PT Sans"/>
              </a:rPr>
              <a:t>Assign ownership, estimate effort, and create sprint plans to ensure a ready-to-start backlog and </a:t>
            </a:r>
            <a:r>
              <a:rPr b="1" lang="en-US" sz="1295" u="none" strike="noStrike">
                <a:solidFill>
                  <a:srgbClr val="FFFFFF"/>
                </a:solidFill>
                <a:latin typeface="PT Sans"/>
                <a:ea typeface="PT Sans"/>
                <a:cs typeface="PT Sans"/>
                <a:sym typeface="PT Sans"/>
              </a:rPr>
              <a:t>aligned stakeholder commitments</a:t>
            </a:r>
            <a:r>
              <a:rPr b="0" lang="en-US" sz="1295" u="none" strike="noStrike">
                <a:solidFill>
                  <a:srgbClr val="FFFFFF"/>
                </a:solidFill>
                <a:latin typeface="PT Sans"/>
                <a:ea typeface="PT Sans"/>
                <a:cs typeface="PT Sans"/>
                <a:sym typeface="PT Sans"/>
              </a:rPr>
              <a:t>.</a:t>
            </a:r>
            <a:endParaRPr b="0" sz="1295"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grpSp>
        <p:nvGrpSpPr>
          <p:cNvPr id="880" name="Google Shape;880;p17"/>
          <p:cNvGrpSpPr/>
          <p:nvPr/>
        </p:nvGrpSpPr>
        <p:grpSpPr>
          <a:xfrm>
            <a:off x="7126560" y="852840"/>
            <a:ext cx="882720" cy="241560"/>
            <a:chOff x="7126560" y="852840"/>
            <a:chExt cx="882720" cy="241560"/>
          </a:xfrm>
        </p:grpSpPr>
        <p:sp>
          <p:nvSpPr>
            <p:cNvPr id="881" name="Google Shape;881;p17"/>
            <p:cNvSpPr/>
            <p:nvPr/>
          </p:nvSpPr>
          <p:spPr>
            <a:xfrm>
              <a:off x="7126560" y="85284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2" name="Google Shape;882;p17"/>
            <p:cNvSpPr/>
            <p:nvPr/>
          </p:nvSpPr>
          <p:spPr>
            <a:xfrm>
              <a:off x="7273800" y="85284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3" name="Google Shape;883;p17"/>
            <p:cNvSpPr/>
            <p:nvPr/>
          </p:nvSpPr>
          <p:spPr>
            <a:xfrm>
              <a:off x="7419960" y="85284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4" name="Google Shape;884;p17"/>
            <p:cNvSpPr/>
            <p:nvPr/>
          </p:nvSpPr>
          <p:spPr>
            <a:xfrm>
              <a:off x="756648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5" name="Google Shape;885;p17"/>
            <p:cNvSpPr/>
            <p:nvPr/>
          </p:nvSpPr>
          <p:spPr>
            <a:xfrm>
              <a:off x="7712640" y="8528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6" name="Google Shape;886;p17"/>
            <p:cNvSpPr/>
            <p:nvPr/>
          </p:nvSpPr>
          <p:spPr>
            <a:xfrm>
              <a:off x="785880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87" name="Google Shape;887;p17"/>
          <p:cNvSpPr/>
          <p:nvPr/>
        </p:nvSpPr>
        <p:spPr>
          <a:xfrm>
            <a:off x="4800600" y="257040"/>
            <a:ext cx="4114440" cy="4628880"/>
          </a:xfrm>
          <a:prstGeom prst="roundRect">
            <a:avLst>
              <a:gd fmla="val 16667" name="adj"/>
            </a:avLst>
          </a:pr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8" name="Google Shape;888;p17"/>
          <p:cNvSpPr/>
          <p:nvPr/>
        </p:nvSpPr>
        <p:spPr>
          <a:xfrm>
            <a:off x="619200" y="619200"/>
            <a:ext cx="2142720" cy="914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US" sz="5000" u="none" strike="noStrike">
                <a:solidFill>
                  <a:srgbClr val="FFFFFF"/>
                </a:solidFill>
                <a:latin typeface="Exo"/>
                <a:ea typeface="Exo"/>
                <a:cs typeface="Exo"/>
                <a:sym typeface="Exo"/>
              </a:rPr>
              <a:t>02</a:t>
            </a:r>
            <a:endParaRPr b="0" sz="5000" u="none" strike="noStrike">
              <a:solidFill>
                <a:srgbClr val="FFFFFF"/>
              </a:solidFill>
              <a:latin typeface="Noto Sans Symbols"/>
              <a:ea typeface="Noto Sans Symbols"/>
              <a:cs typeface="Noto Sans Symbols"/>
              <a:sym typeface="Noto Sans Symbols"/>
            </a:endParaRPr>
          </a:p>
        </p:txBody>
      </p:sp>
      <p:sp>
        <p:nvSpPr>
          <p:cNvPr id="889" name="Google Shape;889;p17"/>
          <p:cNvSpPr/>
          <p:nvPr/>
        </p:nvSpPr>
        <p:spPr>
          <a:xfrm>
            <a:off x="619200" y="1428840"/>
            <a:ext cx="3476160" cy="1218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US" sz="4000" u="none" strike="noStrike">
                <a:solidFill>
                  <a:srgbClr val="FFFFFF"/>
                </a:solidFill>
                <a:latin typeface="Exo"/>
                <a:ea typeface="Exo"/>
                <a:cs typeface="Exo"/>
                <a:sym typeface="Exo"/>
              </a:rPr>
              <a:t>Tool Comparisons</a:t>
            </a:r>
            <a:endParaRPr b="0" sz="4000" u="none" strike="noStrike">
              <a:solidFill>
                <a:srgbClr val="FFFFFF"/>
              </a:solidFill>
              <a:latin typeface="Noto Sans Symbols"/>
              <a:ea typeface="Noto Sans Symbols"/>
              <a:cs typeface="Noto Sans Symbols"/>
              <a:sym typeface="Noto Sans Symbols"/>
            </a:endParaRPr>
          </a:p>
        </p:txBody>
      </p:sp>
      <p:sp>
        <p:nvSpPr>
          <p:cNvPr id="890" name="Google Shape;890;p17"/>
          <p:cNvSpPr/>
          <p:nvPr/>
        </p:nvSpPr>
        <p:spPr>
          <a:xfrm>
            <a:off x="619200" y="3333600"/>
            <a:ext cx="3476160" cy="45684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grpSp>
        <p:nvGrpSpPr>
          <p:cNvPr id="895" name="Google Shape;895;p18"/>
          <p:cNvGrpSpPr/>
          <p:nvPr/>
        </p:nvGrpSpPr>
        <p:grpSpPr>
          <a:xfrm>
            <a:off x="7126560" y="852840"/>
            <a:ext cx="882720" cy="241560"/>
            <a:chOff x="7126560" y="852840"/>
            <a:chExt cx="882720" cy="241560"/>
          </a:xfrm>
        </p:grpSpPr>
        <p:sp>
          <p:nvSpPr>
            <p:cNvPr id="896" name="Google Shape;896;p18"/>
            <p:cNvSpPr/>
            <p:nvPr/>
          </p:nvSpPr>
          <p:spPr>
            <a:xfrm>
              <a:off x="7126560" y="85284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7" name="Google Shape;897;p18"/>
            <p:cNvSpPr/>
            <p:nvPr/>
          </p:nvSpPr>
          <p:spPr>
            <a:xfrm>
              <a:off x="7273800" y="85284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8" name="Google Shape;898;p18"/>
            <p:cNvSpPr/>
            <p:nvPr/>
          </p:nvSpPr>
          <p:spPr>
            <a:xfrm>
              <a:off x="7419960" y="85284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9" name="Google Shape;899;p18"/>
            <p:cNvSpPr/>
            <p:nvPr/>
          </p:nvSpPr>
          <p:spPr>
            <a:xfrm>
              <a:off x="756648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0" name="Google Shape;900;p18"/>
            <p:cNvSpPr/>
            <p:nvPr/>
          </p:nvSpPr>
          <p:spPr>
            <a:xfrm>
              <a:off x="7712640" y="8528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1" name="Google Shape;901;p18"/>
            <p:cNvSpPr/>
            <p:nvPr/>
          </p:nvSpPr>
          <p:spPr>
            <a:xfrm>
              <a:off x="785880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902" name="Google Shape;902;p18"/>
          <p:cNvSpPr/>
          <p:nvPr/>
        </p:nvSpPr>
        <p:spPr>
          <a:xfrm>
            <a:off x="619200" y="619200"/>
            <a:ext cx="790524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lang="en-US" sz="2040" u="none" strike="noStrike">
                <a:solidFill>
                  <a:srgbClr val="FFFFFF"/>
                </a:solidFill>
                <a:latin typeface="Exo"/>
                <a:ea typeface="Exo"/>
                <a:cs typeface="Exo"/>
                <a:sym typeface="Exo"/>
              </a:rPr>
              <a:t>Jira Overview</a:t>
            </a:r>
            <a:endParaRPr b="0" sz="2040" u="none" strike="noStrike">
              <a:solidFill>
                <a:srgbClr val="FFFFFF"/>
              </a:solidFill>
              <a:latin typeface="Noto Sans Symbols"/>
              <a:ea typeface="Noto Sans Symbols"/>
              <a:cs typeface="Noto Sans Symbols"/>
              <a:sym typeface="Noto Sans Symbols"/>
            </a:endParaRPr>
          </a:p>
        </p:txBody>
      </p:sp>
      <p:sp>
        <p:nvSpPr>
          <p:cNvPr id="903" name="Google Shape;903;p18"/>
          <p:cNvSpPr/>
          <p:nvPr/>
        </p:nvSpPr>
        <p:spPr>
          <a:xfrm>
            <a:off x="619200" y="1905120"/>
            <a:ext cx="7905240" cy="167616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0" lang="en-US" sz="1600" u="none" strike="noStrike">
                <a:solidFill>
                  <a:srgbClr val="FFFFFF"/>
                </a:solidFill>
                <a:latin typeface="PT Sans"/>
                <a:ea typeface="PT Sans"/>
                <a:cs typeface="PT Sans"/>
                <a:sym typeface="PT Sans"/>
              </a:rPr>
              <a:t>Jira is an </a:t>
            </a:r>
            <a:r>
              <a:rPr b="0" i="1" lang="en-US" sz="1600" u="none" strike="noStrike">
                <a:solidFill>
                  <a:srgbClr val="FFFFFF"/>
                </a:solidFill>
                <a:latin typeface="PT Sans"/>
                <a:ea typeface="PT Sans"/>
                <a:cs typeface="PT Sans"/>
                <a:sym typeface="PT Sans"/>
              </a:rPr>
              <a:t>issue-tracking</a:t>
            </a:r>
            <a:r>
              <a:rPr b="0" lang="en-US" sz="1600" u="none" strike="noStrike">
                <a:solidFill>
                  <a:srgbClr val="FFFFFF"/>
                </a:solidFill>
                <a:latin typeface="PT Sans"/>
                <a:ea typeface="PT Sans"/>
                <a:cs typeface="PT Sans"/>
                <a:sym typeface="PT Sans"/>
              </a:rPr>
              <a:t> and Agile planning tool with robust backlog and sprint management.</a:t>
            </a:r>
            <a:endParaRPr b="0" sz="1600" u="none" strike="noStrike">
              <a:solidFill>
                <a:srgbClr val="FFFFFF"/>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0" sz="1600" u="none" strike="noStrike">
              <a:solidFill>
                <a:srgbClr val="FFFFFF"/>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rPr b="0" lang="en-US" sz="1600" u="none" strike="noStrike">
                <a:solidFill>
                  <a:srgbClr val="FFFFFF"/>
                </a:solidFill>
                <a:latin typeface="PT Sans"/>
                <a:ea typeface="PT Sans"/>
                <a:cs typeface="PT Sans"/>
                <a:sym typeface="PT Sans"/>
              </a:rPr>
              <a:t>Supports customizable workflows, reporting, and automation to enable </a:t>
            </a:r>
            <a:r>
              <a:rPr b="1" lang="en-US" sz="1600" u="none" strike="noStrike">
                <a:solidFill>
                  <a:srgbClr val="FFFFFF"/>
                </a:solidFill>
                <a:latin typeface="PT Sans"/>
                <a:ea typeface="PT Sans"/>
                <a:cs typeface="PT Sans"/>
                <a:sym typeface="PT Sans"/>
              </a:rPr>
              <a:t>scalable Agile practices</a:t>
            </a:r>
            <a:r>
              <a:rPr b="0" lang="en-US" sz="1600" u="none" strike="noStrike">
                <a:solidFill>
                  <a:srgbClr val="FFFFFF"/>
                </a:solidFill>
                <a:latin typeface="PT Sans"/>
                <a:ea typeface="PT Sans"/>
                <a:cs typeface="PT Sans"/>
                <a:sym typeface="PT Sans"/>
              </a:rPr>
              <a:t> across teams.</a:t>
            </a:r>
            <a:endParaRPr b="0" sz="1600"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19"/>
          <p:cNvSpPr txBox="1"/>
          <p:nvPr>
            <p:ph type="title"/>
          </p:nvPr>
        </p:nvSpPr>
        <p:spPr>
          <a:xfrm>
            <a:off x="2335680" y="758160"/>
            <a:ext cx="44724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t/>
            </a:r>
            <a:endParaRPr/>
          </a:p>
        </p:txBody>
      </p:sp>
      <p:sp>
        <p:nvSpPr>
          <p:cNvPr id="909" name="Google Shape;909;p19"/>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910" name="Google Shape;910;p19" title="jira.png"/>
          <p:cNvPicPr preferRelativeResize="0"/>
          <p:nvPr/>
        </p:nvPicPr>
        <p:blipFill>
          <a:blip r:embed="rId3">
            <a:alphaModFix/>
          </a:blip>
          <a:stretch>
            <a:fillRect/>
          </a:stretch>
        </p:blipFill>
        <p:spPr>
          <a:xfrm>
            <a:off x="0" y="17020"/>
            <a:ext cx="9144001" cy="51094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20"/>
          <p:cNvSpPr txBox="1"/>
          <p:nvPr>
            <p:ph type="title"/>
          </p:nvPr>
        </p:nvSpPr>
        <p:spPr>
          <a:xfrm>
            <a:off x="2335680" y="758160"/>
            <a:ext cx="44724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t/>
            </a:r>
            <a:endParaRPr/>
          </a:p>
        </p:txBody>
      </p:sp>
      <p:sp>
        <p:nvSpPr>
          <p:cNvPr id="916" name="Google Shape;916;p20"/>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917" name="Google Shape;917;p20"/>
          <p:cNvSpPr txBox="1"/>
          <p:nvPr/>
        </p:nvSpPr>
        <p:spPr>
          <a:xfrm>
            <a:off x="1005200" y="758150"/>
            <a:ext cx="6210300" cy="32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endParaRPr>
          </a:p>
        </p:txBody>
      </p:sp>
      <p:sp>
        <p:nvSpPr>
          <p:cNvPr id="918" name="Google Shape;918;p20"/>
          <p:cNvSpPr txBox="1"/>
          <p:nvPr/>
        </p:nvSpPr>
        <p:spPr>
          <a:xfrm>
            <a:off x="607450" y="464625"/>
            <a:ext cx="8126700" cy="418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US" sz="2300">
                <a:solidFill>
                  <a:schemeClr val="lt1"/>
                </a:solidFill>
              </a:rPr>
              <a:t>Core Concepts</a:t>
            </a:r>
            <a:endParaRPr sz="2300">
              <a:solidFill>
                <a:schemeClr val="lt1"/>
              </a:solidFill>
            </a:endParaRPr>
          </a:p>
          <a:p>
            <a:pPr indent="0" lvl="0" marL="0" rtl="0" algn="l">
              <a:lnSpc>
                <a:spcPct val="115000"/>
              </a:lnSpc>
              <a:spcBef>
                <a:spcPts val="900"/>
              </a:spcBef>
              <a:spcAft>
                <a:spcPts val="0"/>
              </a:spcAft>
              <a:buClr>
                <a:schemeClr val="dk1"/>
              </a:buClr>
              <a:buSzPts val="1100"/>
              <a:buFont typeface="Arial"/>
              <a:buNone/>
            </a:pPr>
            <a:r>
              <a:rPr lang="en-US" sz="2000">
                <a:solidFill>
                  <a:schemeClr val="lt1"/>
                </a:solidFill>
              </a:rPr>
              <a:t>Jira structures work through four foundational elements: [</a:t>
            </a:r>
            <a:r>
              <a:rPr lang="en-US" sz="2000" u="sng">
                <a:solidFill>
                  <a:schemeClr val="lt1"/>
                </a:solidFill>
                <a:hlinkClick r:id="rId3">
                  <a:extLst>
                    <a:ext uri="{A12FA001-AC4F-418D-AE19-62706E023703}">
                      <ahyp:hlinkClr val="tx"/>
                    </a:ext>
                  </a:extLst>
                </a:hlinkClick>
              </a:rPr>
              <a:t>1</a:t>
            </a:r>
            <a:r>
              <a:rPr lang="en-US" sz="2000">
                <a:solidFill>
                  <a:schemeClr val="lt1"/>
                </a:solidFill>
              </a:rPr>
              <a:t>]</a:t>
            </a:r>
            <a:endParaRPr sz="2000">
              <a:solidFill>
                <a:schemeClr val="lt1"/>
              </a:solidFill>
            </a:endParaRPr>
          </a:p>
          <a:p>
            <a:pPr indent="-355600" lvl="0" marL="457200" rtl="0" algn="l">
              <a:lnSpc>
                <a:spcPct val="115000"/>
              </a:lnSpc>
              <a:spcBef>
                <a:spcPts val="1200"/>
              </a:spcBef>
              <a:spcAft>
                <a:spcPts val="0"/>
              </a:spcAft>
              <a:buClr>
                <a:schemeClr val="lt1"/>
              </a:buClr>
              <a:buSzPts val="2000"/>
              <a:buChar char="●"/>
            </a:pPr>
            <a:r>
              <a:rPr b="1" lang="en-US" sz="2000">
                <a:solidFill>
                  <a:schemeClr val="lt1"/>
                </a:solidFill>
              </a:rPr>
              <a:t>Issues</a:t>
            </a:r>
            <a:r>
              <a:rPr lang="en-US" sz="2000">
                <a:solidFill>
                  <a:schemeClr val="lt1"/>
                </a:solidFill>
              </a:rPr>
              <a:t>: Individual units of work (e.g., a bug, task, or user story).</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US" sz="2000">
                <a:solidFill>
                  <a:schemeClr val="lt1"/>
                </a:solidFill>
              </a:rPr>
              <a:t>Projects</a:t>
            </a:r>
            <a:r>
              <a:rPr lang="en-US" sz="2000">
                <a:solidFill>
                  <a:schemeClr val="lt1"/>
                </a:solidFill>
              </a:rPr>
              <a:t>: Collections of issues grouped by a team or a common goal.</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US" sz="2000">
                <a:solidFill>
                  <a:schemeClr val="lt1"/>
                </a:solidFill>
              </a:rPr>
              <a:t>Boards</a:t>
            </a:r>
            <a:r>
              <a:rPr lang="en-US" sz="2000">
                <a:solidFill>
                  <a:schemeClr val="lt1"/>
                </a:solidFill>
              </a:rPr>
              <a:t>: Visual workspaces (like Scrum or Kanban) that show the team's flow.</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US" sz="2000">
                <a:solidFill>
                  <a:schemeClr val="lt1"/>
                </a:solidFill>
              </a:rPr>
              <a:t>Workflows</a:t>
            </a:r>
            <a:r>
              <a:rPr lang="en-US" sz="2000">
                <a:solidFill>
                  <a:schemeClr val="lt1"/>
                </a:solidFill>
              </a:rPr>
              <a:t>: The step-by-step path an issue takes from "To Do" to "Done". [</a:t>
            </a:r>
            <a:r>
              <a:rPr lang="en-US" sz="2000" u="sng">
                <a:solidFill>
                  <a:schemeClr val="lt1"/>
                </a:solidFill>
                <a:hlinkClick r:id="rId4">
                  <a:extLst>
                    <a:ext uri="{A12FA001-AC4F-418D-AE19-62706E023703}">
                      <ahyp:hlinkClr val="tx"/>
                    </a:ext>
                  </a:extLst>
                </a:hlinkClick>
              </a:rPr>
              <a:t>1</a:t>
            </a:r>
            <a:r>
              <a:rPr lang="en-US" sz="2000">
                <a:solidFill>
                  <a:schemeClr val="lt1"/>
                </a:solidFill>
              </a:rPr>
              <a:t>,</a:t>
            </a:r>
            <a:r>
              <a:rPr lang="en-US" sz="2000">
                <a:solidFill>
                  <a:schemeClr val="lt1"/>
                </a:solidFill>
                <a:uFill>
                  <a:noFill/>
                </a:uFill>
                <a:hlinkClick r:id="rId5">
                  <a:extLst>
                    <a:ext uri="{A12FA001-AC4F-418D-AE19-62706E023703}">
                      <ahyp:hlinkClr val="tx"/>
                    </a:ext>
                  </a:extLst>
                </a:hlinkClick>
              </a:rPr>
              <a:t> </a:t>
            </a:r>
            <a:r>
              <a:rPr lang="en-US" sz="2000" u="sng">
                <a:solidFill>
                  <a:schemeClr val="lt1"/>
                </a:solidFill>
                <a:hlinkClick r:id="rId6">
                  <a:extLst>
                    <a:ext uri="{A12FA001-AC4F-418D-AE19-62706E023703}">
                      <ahyp:hlinkClr val="tx"/>
                    </a:ext>
                  </a:extLst>
                </a:hlinkClick>
              </a:rPr>
              <a:t>2</a:t>
            </a:r>
            <a:r>
              <a:rPr lang="en-US" sz="2000">
                <a:solidFill>
                  <a:schemeClr val="lt1"/>
                </a:solidFill>
              </a:rPr>
              <a:t>]</a:t>
            </a:r>
            <a:endParaRPr sz="2000">
              <a:solidFill>
                <a:schemeClr val="lt1"/>
              </a:solidFill>
            </a:endParaRPr>
          </a:p>
          <a:p>
            <a:pPr indent="0" lvl="0" marL="0" rtl="0" algn="l">
              <a:spcBef>
                <a:spcPts val="2100"/>
              </a:spcBef>
              <a:spcAft>
                <a:spcPts val="0"/>
              </a:spcAft>
              <a:buNone/>
            </a:pPr>
            <a:r>
              <a:t/>
            </a:r>
            <a:endParaRPr sz="26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21"/>
          <p:cNvSpPr txBox="1"/>
          <p:nvPr>
            <p:ph type="title"/>
          </p:nvPr>
        </p:nvSpPr>
        <p:spPr>
          <a:xfrm>
            <a:off x="2335680" y="758160"/>
            <a:ext cx="44724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t/>
            </a:r>
            <a:endParaRPr/>
          </a:p>
        </p:txBody>
      </p:sp>
      <p:sp>
        <p:nvSpPr>
          <p:cNvPr id="924" name="Google Shape;924;p21"/>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925" name="Google Shape;925;p21"/>
          <p:cNvSpPr txBox="1"/>
          <p:nvPr/>
        </p:nvSpPr>
        <p:spPr>
          <a:xfrm>
            <a:off x="327225" y="464625"/>
            <a:ext cx="7909500" cy="372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US" sz="2300">
                <a:solidFill>
                  <a:schemeClr val="lt1"/>
                </a:solidFill>
              </a:rPr>
              <a:t>🛠️ Key Features</a:t>
            </a:r>
            <a:endParaRPr sz="2300">
              <a:solidFill>
                <a:schemeClr val="lt1"/>
              </a:solidFill>
            </a:endParaRPr>
          </a:p>
          <a:p>
            <a:pPr indent="-355600" lvl="0" marL="457200" rtl="0" algn="l">
              <a:lnSpc>
                <a:spcPct val="115000"/>
              </a:lnSpc>
              <a:spcBef>
                <a:spcPts val="900"/>
              </a:spcBef>
              <a:spcAft>
                <a:spcPts val="0"/>
              </a:spcAft>
              <a:buClr>
                <a:schemeClr val="lt1"/>
              </a:buClr>
              <a:buSzPts val="2000"/>
              <a:buChar char="●"/>
            </a:pPr>
            <a:r>
              <a:rPr b="1" lang="en-US" sz="2000">
                <a:solidFill>
                  <a:schemeClr val="lt1"/>
                </a:solidFill>
              </a:rPr>
              <a:t>Agile Planning</a:t>
            </a:r>
            <a:r>
              <a:rPr lang="en-US" sz="2000">
                <a:solidFill>
                  <a:schemeClr val="lt1"/>
                </a:solidFill>
              </a:rPr>
              <a:t>: Native support for Scrum sprints and Kanban boards to optimize team capacity.</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US" sz="2000">
                <a:solidFill>
                  <a:schemeClr val="lt1"/>
                </a:solidFill>
              </a:rPr>
              <a:t>No-Code Automation</a:t>
            </a:r>
            <a:r>
              <a:rPr lang="en-US" sz="2000">
                <a:solidFill>
                  <a:schemeClr val="lt1"/>
                </a:solidFill>
              </a:rPr>
              <a:t>: Saves time by handling repetitive tasks and updating dependencies automatically.</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US" sz="2000">
                <a:solidFill>
                  <a:schemeClr val="lt1"/>
                </a:solidFill>
              </a:rPr>
              <a:t>Real-Time Reporting</a:t>
            </a:r>
            <a:r>
              <a:rPr lang="en-US" sz="2000">
                <a:solidFill>
                  <a:schemeClr val="lt1"/>
                </a:solidFill>
              </a:rPr>
              <a:t>: Out-of-the-box dashboards that track progress, cycle times, and goals.</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US" sz="2000">
                <a:solidFill>
                  <a:schemeClr val="lt1"/>
                </a:solidFill>
              </a:rPr>
              <a:t>Extensive Marketplace</a:t>
            </a:r>
            <a:r>
              <a:rPr lang="en-US" sz="2000">
                <a:solidFill>
                  <a:schemeClr val="lt1"/>
                </a:solidFill>
              </a:rPr>
              <a:t>: Integrates natively with over 3,000 external apps, including Slack, Figma, and Bitbucket. [</a:t>
            </a:r>
            <a:r>
              <a:rPr lang="en-US" sz="2000" u="sng">
                <a:solidFill>
                  <a:schemeClr val="lt1"/>
                </a:solidFill>
                <a:hlinkClick r:id="rId3">
                  <a:extLst>
                    <a:ext uri="{A12FA001-AC4F-418D-AE19-62706E023703}">
                      <ahyp:hlinkClr val="tx"/>
                    </a:ext>
                  </a:extLst>
                </a:hlinkClick>
              </a:rPr>
              <a:t>1</a:t>
            </a:r>
            <a:r>
              <a:rPr lang="en-US" sz="2000">
                <a:solidFill>
                  <a:schemeClr val="lt1"/>
                </a:solidFill>
              </a:rPr>
              <a:t>,</a:t>
            </a:r>
            <a:r>
              <a:rPr lang="en-US" sz="2000">
                <a:solidFill>
                  <a:schemeClr val="lt1"/>
                </a:solidFill>
                <a:uFill>
                  <a:noFill/>
                </a:uFill>
                <a:hlinkClick r:id="rId4">
                  <a:extLst>
                    <a:ext uri="{A12FA001-AC4F-418D-AE19-62706E023703}">
                      <ahyp:hlinkClr val="tx"/>
                    </a:ext>
                  </a:extLst>
                </a:hlinkClick>
              </a:rPr>
              <a:t> </a:t>
            </a:r>
            <a:r>
              <a:rPr lang="en-US" sz="2000" u="sng">
                <a:solidFill>
                  <a:schemeClr val="lt1"/>
                </a:solidFill>
                <a:hlinkClick r:id="rId5">
                  <a:extLst>
                    <a:ext uri="{A12FA001-AC4F-418D-AE19-62706E023703}">
                      <ahyp:hlinkClr val="tx"/>
                    </a:ext>
                  </a:extLst>
                </a:hlinkClick>
              </a:rPr>
              <a:t>2</a:t>
            </a:r>
            <a:r>
              <a:rPr lang="en-US" sz="2000">
                <a:solidFill>
                  <a:schemeClr val="lt1"/>
                </a:solidFill>
              </a:rPr>
              <a:t>,</a:t>
            </a:r>
            <a:r>
              <a:rPr lang="en-US" sz="2000">
                <a:solidFill>
                  <a:schemeClr val="lt1"/>
                </a:solidFill>
                <a:uFill>
                  <a:noFill/>
                </a:uFill>
                <a:hlinkClick r:id="rId6">
                  <a:extLst>
                    <a:ext uri="{A12FA001-AC4F-418D-AE19-62706E023703}">
                      <ahyp:hlinkClr val="tx"/>
                    </a:ext>
                  </a:extLst>
                </a:hlinkClick>
              </a:rPr>
              <a:t> </a:t>
            </a:r>
            <a:r>
              <a:rPr lang="en-US" sz="2000" u="sng">
                <a:solidFill>
                  <a:schemeClr val="lt1"/>
                </a:solidFill>
                <a:hlinkClick r:id="rId7">
                  <a:extLst>
                    <a:ext uri="{A12FA001-AC4F-418D-AE19-62706E023703}">
                      <ahyp:hlinkClr val="tx"/>
                    </a:ext>
                  </a:extLst>
                </a:hlinkClick>
              </a:rPr>
              <a:t>3</a:t>
            </a:r>
            <a:r>
              <a:rPr lang="en-US" sz="2000">
                <a:solidFill>
                  <a:schemeClr val="lt1"/>
                </a:solidFill>
              </a:rPr>
              <a:t>,</a:t>
            </a:r>
            <a:r>
              <a:rPr lang="en-US" sz="2000">
                <a:solidFill>
                  <a:schemeClr val="lt1"/>
                </a:solidFill>
                <a:uFill>
                  <a:noFill/>
                </a:uFill>
                <a:hlinkClick r:id="rId8">
                  <a:extLst>
                    <a:ext uri="{A12FA001-AC4F-418D-AE19-62706E023703}">
                      <ahyp:hlinkClr val="tx"/>
                    </a:ext>
                  </a:extLst>
                </a:hlinkClick>
              </a:rPr>
              <a:t> </a:t>
            </a:r>
            <a:r>
              <a:rPr lang="en-US" sz="2000" u="sng">
                <a:solidFill>
                  <a:schemeClr val="lt1"/>
                </a:solidFill>
                <a:hlinkClick r:id="rId9">
                  <a:extLst>
                    <a:ext uri="{A12FA001-AC4F-418D-AE19-62706E023703}">
                      <ahyp:hlinkClr val="tx"/>
                    </a:ext>
                  </a:extLst>
                </a:hlinkClick>
              </a:rPr>
              <a:t>4</a:t>
            </a:r>
            <a:r>
              <a:rPr lang="en-US" sz="2000">
                <a:solidFill>
                  <a:schemeClr val="lt1"/>
                </a:solidFill>
              </a:rPr>
              <a:t>,</a:t>
            </a:r>
            <a:r>
              <a:rPr lang="en-US" sz="2000">
                <a:solidFill>
                  <a:schemeClr val="lt1"/>
                </a:solidFill>
                <a:uFill>
                  <a:noFill/>
                </a:uFill>
                <a:hlinkClick r:id="rId10">
                  <a:extLst>
                    <a:ext uri="{A12FA001-AC4F-418D-AE19-62706E023703}">
                      <ahyp:hlinkClr val="tx"/>
                    </a:ext>
                  </a:extLst>
                </a:hlinkClick>
              </a:rPr>
              <a:t> </a:t>
            </a:r>
            <a:r>
              <a:rPr lang="en-US" sz="2000" u="sng">
                <a:solidFill>
                  <a:schemeClr val="lt1"/>
                </a:solidFill>
                <a:hlinkClick r:id="rId11">
                  <a:extLst>
                    <a:ext uri="{A12FA001-AC4F-418D-AE19-62706E023703}">
                      <ahyp:hlinkClr val="tx"/>
                    </a:ext>
                  </a:extLst>
                </a:hlinkClick>
              </a:rPr>
              <a:t>5</a:t>
            </a:r>
            <a:r>
              <a:rPr lang="en-US" sz="2000">
                <a:solidFill>
                  <a:schemeClr val="lt1"/>
                </a:solidFill>
              </a:rPr>
              <a:t>,</a:t>
            </a:r>
            <a:r>
              <a:rPr lang="en-US" sz="2000">
                <a:solidFill>
                  <a:schemeClr val="lt1"/>
                </a:solidFill>
                <a:uFill>
                  <a:noFill/>
                </a:uFill>
                <a:hlinkClick r:id="rId12">
                  <a:extLst>
                    <a:ext uri="{A12FA001-AC4F-418D-AE19-62706E023703}">
                      <ahyp:hlinkClr val="tx"/>
                    </a:ext>
                  </a:extLst>
                </a:hlinkClick>
              </a:rPr>
              <a:t> </a:t>
            </a:r>
            <a:r>
              <a:rPr lang="en-US" sz="2000" u="sng">
                <a:solidFill>
                  <a:schemeClr val="lt1"/>
                </a:solidFill>
                <a:hlinkClick r:id="rId13">
                  <a:extLst>
                    <a:ext uri="{A12FA001-AC4F-418D-AE19-62706E023703}">
                      <ahyp:hlinkClr val="tx"/>
                    </a:ext>
                  </a:extLst>
                </a:hlinkClick>
              </a:rPr>
              <a:t>6</a:t>
            </a:r>
            <a:r>
              <a:rPr lang="en-US" sz="2000">
                <a:solidFill>
                  <a:schemeClr val="lt1"/>
                </a:solidFill>
              </a:rPr>
              <a:t>,</a:t>
            </a:r>
            <a:r>
              <a:rPr lang="en-US" sz="2000">
                <a:solidFill>
                  <a:schemeClr val="lt1"/>
                </a:solidFill>
                <a:uFill>
                  <a:noFill/>
                </a:uFill>
                <a:hlinkClick r:id="rId14">
                  <a:extLst>
                    <a:ext uri="{A12FA001-AC4F-418D-AE19-62706E023703}">
                      <ahyp:hlinkClr val="tx"/>
                    </a:ext>
                  </a:extLst>
                </a:hlinkClick>
              </a:rPr>
              <a:t> </a:t>
            </a:r>
            <a:r>
              <a:rPr lang="en-US" sz="2000" u="sng">
                <a:solidFill>
                  <a:schemeClr val="lt1"/>
                </a:solidFill>
                <a:hlinkClick r:id="rId15">
                  <a:extLst>
                    <a:ext uri="{A12FA001-AC4F-418D-AE19-62706E023703}">
                      <ahyp:hlinkClr val="tx"/>
                    </a:ext>
                  </a:extLst>
                </a:hlinkClick>
              </a:rPr>
              <a:t>7</a:t>
            </a:r>
            <a:r>
              <a:rPr lang="en-US" sz="2000">
                <a:solidFill>
                  <a:schemeClr val="lt1"/>
                </a:solidFill>
              </a:rPr>
              <a:t>]</a:t>
            </a:r>
            <a:endParaRPr sz="2000">
              <a:solidFill>
                <a:schemeClr val="lt1"/>
              </a:solidFill>
            </a:endParaRPr>
          </a:p>
          <a:p>
            <a:pPr indent="0" lvl="0" marL="0" rtl="0" algn="l">
              <a:spcBef>
                <a:spcPts val="2100"/>
              </a:spcBef>
              <a:spcAft>
                <a:spcPts val="0"/>
              </a:spcAft>
              <a:buNone/>
            </a:pPr>
            <a:r>
              <a:t/>
            </a:r>
            <a:endParaRPr sz="26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22"/>
          <p:cNvSpPr/>
          <p:nvPr/>
        </p:nvSpPr>
        <p:spPr>
          <a:xfrm>
            <a:off x="5477040" y="1305000"/>
            <a:ext cx="2723760" cy="2733480"/>
          </a:xfrm>
          <a:prstGeom prst="ellipse">
            <a:avLst/>
          </a:pr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1" name="Google Shape;931;p22"/>
          <p:cNvSpPr/>
          <p:nvPr/>
        </p:nvSpPr>
        <p:spPr>
          <a:xfrm>
            <a:off x="-1419120" y="4200480"/>
            <a:ext cx="1990440" cy="66240"/>
          </a:xfrm>
          <a:prstGeom prst="rect">
            <a:avLst/>
          </a:prstGeom>
          <a:gradFill>
            <a:gsLst>
              <a:gs pos="0">
                <a:srgbClr val="151B46"/>
              </a:gs>
              <a:gs pos="100000">
                <a:srgbClr val="8FFFFF"/>
              </a:gs>
            </a:gsLst>
            <a:lin ang="2700000" scaled="0"/>
          </a:gradFill>
          <a:ln>
            <a:noFill/>
          </a:ln>
        </p:spPr>
        <p:txBody>
          <a:bodyPr anchorCtr="0" anchor="ctr" bIns="33100" lIns="870823075" spcFirstLastPara="1" rIns="870823075" wrap="square" tIns="33100">
            <a:noAutofit/>
          </a:bodyPr>
          <a:lstStyle/>
          <a:p>
            <a:pPr indent="0" lvl="0" marL="0" marR="0" rtl="0" algn="l">
              <a:lnSpc>
                <a:spcPct val="100000"/>
              </a:lnSpc>
              <a:spcBef>
                <a:spcPts val="0"/>
              </a:spcBef>
              <a:spcAft>
                <a:spcPts val="0"/>
              </a:spcAft>
              <a:buNone/>
            </a:pPr>
            <a:r>
              <a:t/>
            </a:r>
            <a:endParaRPr b="0" sz="1800" u="none" strike="noStrike">
              <a:solidFill>
                <a:schemeClr val="dk1"/>
              </a:solidFill>
              <a:latin typeface="Arial"/>
              <a:ea typeface="Arial"/>
              <a:cs typeface="Arial"/>
              <a:sym typeface="Arial"/>
            </a:endParaRPr>
          </a:p>
        </p:txBody>
      </p:sp>
      <p:sp>
        <p:nvSpPr>
          <p:cNvPr id="932" name="Google Shape;932;p22"/>
          <p:cNvSpPr/>
          <p:nvPr/>
        </p:nvSpPr>
        <p:spPr>
          <a:xfrm>
            <a:off x="-1114560" y="3924360"/>
            <a:ext cx="1990440" cy="66240"/>
          </a:xfrm>
          <a:prstGeom prst="rect">
            <a:avLst/>
          </a:prstGeom>
          <a:gradFill>
            <a:gsLst>
              <a:gs pos="0">
                <a:srgbClr val="151B46"/>
              </a:gs>
              <a:gs pos="100000">
                <a:srgbClr val="8FFFFF"/>
              </a:gs>
            </a:gsLst>
            <a:lin ang="2700000" scaled="0"/>
          </a:gradFill>
          <a:ln>
            <a:noFill/>
          </a:ln>
        </p:spPr>
        <p:txBody>
          <a:bodyPr anchorCtr="0" anchor="ctr" bIns="33100" lIns="870823075" spcFirstLastPara="1" rIns="870823075" wrap="square" tIns="33100">
            <a:noAutofit/>
          </a:bodyPr>
          <a:lstStyle/>
          <a:p>
            <a:pPr indent="0" lvl="0" marL="0" marR="0" rtl="0" algn="l">
              <a:lnSpc>
                <a:spcPct val="100000"/>
              </a:lnSpc>
              <a:spcBef>
                <a:spcPts val="0"/>
              </a:spcBef>
              <a:spcAft>
                <a:spcPts val="0"/>
              </a:spcAft>
              <a:buNone/>
            </a:pPr>
            <a:r>
              <a:t/>
            </a:r>
            <a:endParaRPr b="0" sz="1800" u="none" strike="noStrike">
              <a:solidFill>
                <a:schemeClr val="dk1"/>
              </a:solidFill>
              <a:latin typeface="Arial"/>
              <a:ea typeface="Arial"/>
              <a:cs typeface="Arial"/>
              <a:sym typeface="Arial"/>
            </a:endParaRPr>
          </a:p>
        </p:txBody>
      </p:sp>
      <p:grpSp>
        <p:nvGrpSpPr>
          <p:cNvPr id="933" name="Google Shape;933;p22"/>
          <p:cNvGrpSpPr/>
          <p:nvPr/>
        </p:nvGrpSpPr>
        <p:grpSpPr>
          <a:xfrm>
            <a:off x="7471800" y="3617640"/>
            <a:ext cx="883080" cy="241560"/>
            <a:chOff x="7471800" y="3617640"/>
            <a:chExt cx="883080" cy="241560"/>
          </a:xfrm>
        </p:grpSpPr>
        <p:sp>
          <p:nvSpPr>
            <p:cNvPr id="934" name="Google Shape;934;p22"/>
            <p:cNvSpPr/>
            <p:nvPr/>
          </p:nvSpPr>
          <p:spPr>
            <a:xfrm rot="10800000">
              <a:off x="8202960" y="361764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5" name="Google Shape;935;p22"/>
            <p:cNvSpPr/>
            <p:nvPr/>
          </p:nvSpPr>
          <p:spPr>
            <a:xfrm rot="10800000">
              <a:off x="8056800" y="361764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6" name="Google Shape;936;p22"/>
            <p:cNvSpPr/>
            <p:nvPr/>
          </p:nvSpPr>
          <p:spPr>
            <a:xfrm rot="10800000">
              <a:off x="7910640" y="361764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7" name="Google Shape;937;p22"/>
            <p:cNvSpPr/>
            <p:nvPr/>
          </p:nvSpPr>
          <p:spPr>
            <a:xfrm rot="10800000">
              <a:off x="7764480" y="36176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8" name="Google Shape;938;p22"/>
            <p:cNvSpPr/>
            <p:nvPr/>
          </p:nvSpPr>
          <p:spPr>
            <a:xfrm rot="10800000">
              <a:off x="7618320" y="36176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9" name="Google Shape;939;p22"/>
            <p:cNvSpPr/>
            <p:nvPr/>
          </p:nvSpPr>
          <p:spPr>
            <a:xfrm rot="10800000">
              <a:off x="7471800" y="36176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940" name="Google Shape;940;p22"/>
          <p:cNvGrpSpPr/>
          <p:nvPr/>
        </p:nvGrpSpPr>
        <p:grpSpPr>
          <a:xfrm>
            <a:off x="2118600" y="412560"/>
            <a:ext cx="552600" cy="98640"/>
            <a:chOff x="2118600" y="412560"/>
            <a:chExt cx="552600" cy="98640"/>
          </a:xfrm>
        </p:grpSpPr>
        <p:sp>
          <p:nvSpPr>
            <p:cNvPr id="941" name="Google Shape;941;p22"/>
            <p:cNvSpPr/>
            <p:nvPr/>
          </p:nvSpPr>
          <p:spPr>
            <a:xfrm rot="5400000">
              <a:off x="2572560" y="41256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2" name="Google Shape;942;p22"/>
            <p:cNvSpPr/>
            <p:nvPr/>
          </p:nvSpPr>
          <p:spPr>
            <a:xfrm rot="5400000">
              <a:off x="2599200" y="43956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43" name="Google Shape;943;p22"/>
            <p:cNvSpPr/>
            <p:nvPr/>
          </p:nvSpPr>
          <p:spPr>
            <a:xfrm rot="5400000">
              <a:off x="2118600" y="41544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4" name="Google Shape;944;p22"/>
            <p:cNvSpPr/>
            <p:nvPr/>
          </p:nvSpPr>
          <p:spPr>
            <a:xfrm rot="5400000">
              <a:off x="2142360" y="43956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45" name="Google Shape;945;p22"/>
            <p:cNvSpPr/>
            <p:nvPr/>
          </p:nvSpPr>
          <p:spPr>
            <a:xfrm rot="5400000">
              <a:off x="2394720" y="27648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946" name="Google Shape;946;p22"/>
          <p:cNvGrpSpPr/>
          <p:nvPr/>
        </p:nvGrpSpPr>
        <p:grpSpPr>
          <a:xfrm>
            <a:off x="2596320" y="4298040"/>
            <a:ext cx="882720" cy="241560"/>
            <a:chOff x="2596320" y="4298040"/>
            <a:chExt cx="882720" cy="241560"/>
          </a:xfrm>
        </p:grpSpPr>
        <p:sp>
          <p:nvSpPr>
            <p:cNvPr id="947" name="Google Shape;947;p22"/>
            <p:cNvSpPr/>
            <p:nvPr/>
          </p:nvSpPr>
          <p:spPr>
            <a:xfrm>
              <a:off x="2596320" y="429804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48" name="Google Shape;948;p22"/>
            <p:cNvSpPr/>
            <p:nvPr/>
          </p:nvSpPr>
          <p:spPr>
            <a:xfrm>
              <a:off x="2743560" y="429804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49" name="Google Shape;949;p22"/>
            <p:cNvSpPr/>
            <p:nvPr/>
          </p:nvSpPr>
          <p:spPr>
            <a:xfrm>
              <a:off x="2889720" y="429804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50" name="Google Shape;950;p22"/>
            <p:cNvSpPr/>
            <p:nvPr/>
          </p:nvSpPr>
          <p:spPr>
            <a:xfrm>
              <a:off x="3036240" y="42980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51" name="Google Shape;951;p22"/>
            <p:cNvSpPr/>
            <p:nvPr/>
          </p:nvSpPr>
          <p:spPr>
            <a:xfrm>
              <a:off x="3182400" y="42980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52" name="Google Shape;952;p22"/>
            <p:cNvSpPr/>
            <p:nvPr/>
          </p:nvSpPr>
          <p:spPr>
            <a:xfrm>
              <a:off x="3328560" y="42980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953" name="Google Shape;953;p22"/>
          <p:cNvGrpSpPr/>
          <p:nvPr/>
        </p:nvGrpSpPr>
        <p:grpSpPr>
          <a:xfrm>
            <a:off x="4762080" y="4298040"/>
            <a:ext cx="1105920" cy="133560"/>
            <a:chOff x="4762080" y="4298040"/>
            <a:chExt cx="1105920" cy="133560"/>
          </a:xfrm>
        </p:grpSpPr>
        <p:grpSp>
          <p:nvGrpSpPr>
            <p:cNvPr id="954" name="Google Shape;954;p22"/>
            <p:cNvGrpSpPr/>
            <p:nvPr/>
          </p:nvGrpSpPr>
          <p:grpSpPr>
            <a:xfrm>
              <a:off x="4762080" y="4380840"/>
              <a:ext cx="883080" cy="50760"/>
              <a:chOff x="4762080" y="4380840"/>
              <a:chExt cx="883080" cy="50760"/>
            </a:xfrm>
          </p:grpSpPr>
          <p:sp>
            <p:nvSpPr>
              <p:cNvPr id="955" name="Google Shape;955;p22"/>
              <p:cNvSpPr/>
              <p:nvPr/>
            </p:nvSpPr>
            <p:spPr>
              <a:xfrm>
                <a:off x="4762080" y="43808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56" name="Google Shape;956;p22"/>
              <p:cNvSpPr/>
              <p:nvPr/>
            </p:nvSpPr>
            <p:spPr>
              <a:xfrm>
                <a:off x="4854600" y="43808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57" name="Google Shape;957;p22"/>
              <p:cNvSpPr/>
              <p:nvPr/>
            </p:nvSpPr>
            <p:spPr>
              <a:xfrm>
                <a:off x="4947120" y="43808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58" name="Google Shape;958;p22"/>
              <p:cNvSpPr/>
              <p:nvPr/>
            </p:nvSpPr>
            <p:spPr>
              <a:xfrm>
                <a:off x="5039640" y="43808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59" name="Google Shape;959;p22"/>
              <p:cNvSpPr/>
              <p:nvPr/>
            </p:nvSpPr>
            <p:spPr>
              <a:xfrm>
                <a:off x="5132160" y="43808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0" name="Google Shape;960;p22"/>
              <p:cNvSpPr/>
              <p:nvPr/>
            </p:nvSpPr>
            <p:spPr>
              <a:xfrm>
                <a:off x="5224680" y="43808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1" name="Google Shape;961;p22"/>
              <p:cNvSpPr/>
              <p:nvPr/>
            </p:nvSpPr>
            <p:spPr>
              <a:xfrm>
                <a:off x="5316840" y="43808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2" name="Google Shape;962;p22"/>
              <p:cNvSpPr/>
              <p:nvPr/>
            </p:nvSpPr>
            <p:spPr>
              <a:xfrm>
                <a:off x="5409360" y="43808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3" name="Google Shape;963;p22"/>
              <p:cNvSpPr/>
              <p:nvPr/>
            </p:nvSpPr>
            <p:spPr>
              <a:xfrm>
                <a:off x="5501880" y="43808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4" name="Google Shape;964;p22"/>
              <p:cNvSpPr/>
              <p:nvPr/>
            </p:nvSpPr>
            <p:spPr>
              <a:xfrm>
                <a:off x="5594400" y="43808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965" name="Google Shape;965;p22"/>
            <p:cNvGrpSpPr/>
            <p:nvPr/>
          </p:nvGrpSpPr>
          <p:grpSpPr>
            <a:xfrm>
              <a:off x="4984920" y="4298040"/>
              <a:ext cx="883080" cy="50760"/>
              <a:chOff x="4984920" y="4298040"/>
              <a:chExt cx="883080" cy="50760"/>
            </a:xfrm>
          </p:grpSpPr>
          <p:sp>
            <p:nvSpPr>
              <p:cNvPr id="966" name="Google Shape;966;p22"/>
              <p:cNvSpPr/>
              <p:nvPr/>
            </p:nvSpPr>
            <p:spPr>
              <a:xfrm>
                <a:off x="4984920" y="42980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7" name="Google Shape;967;p22"/>
              <p:cNvSpPr/>
              <p:nvPr/>
            </p:nvSpPr>
            <p:spPr>
              <a:xfrm>
                <a:off x="5077440" y="42980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8" name="Google Shape;968;p22"/>
              <p:cNvSpPr/>
              <p:nvPr/>
            </p:nvSpPr>
            <p:spPr>
              <a:xfrm>
                <a:off x="5169960" y="42980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9" name="Google Shape;969;p22"/>
              <p:cNvSpPr/>
              <p:nvPr/>
            </p:nvSpPr>
            <p:spPr>
              <a:xfrm>
                <a:off x="5262120" y="42980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0" name="Google Shape;970;p22"/>
              <p:cNvSpPr/>
              <p:nvPr/>
            </p:nvSpPr>
            <p:spPr>
              <a:xfrm>
                <a:off x="5354640" y="42980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1" name="Google Shape;971;p22"/>
              <p:cNvSpPr/>
              <p:nvPr/>
            </p:nvSpPr>
            <p:spPr>
              <a:xfrm>
                <a:off x="5447160" y="42980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2" name="Google Shape;972;p22"/>
              <p:cNvSpPr/>
              <p:nvPr/>
            </p:nvSpPr>
            <p:spPr>
              <a:xfrm>
                <a:off x="5539680" y="42980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3" name="Google Shape;973;p22"/>
              <p:cNvSpPr/>
              <p:nvPr/>
            </p:nvSpPr>
            <p:spPr>
              <a:xfrm>
                <a:off x="5632200" y="42980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4" name="Google Shape;974;p22"/>
              <p:cNvSpPr/>
              <p:nvPr/>
            </p:nvSpPr>
            <p:spPr>
              <a:xfrm>
                <a:off x="5724720" y="42980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5" name="Google Shape;975;p22"/>
              <p:cNvSpPr/>
              <p:nvPr/>
            </p:nvSpPr>
            <p:spPr>
              <a:xfrm>
                <a:off x="5817240" y="4298040"/>
                <a:ext cx="50760" cy="50760"/>
              </a:xfrm>
              <a:prstGeom prst="ellipse">
                <a:avLst/>
              </a:prstGeom>
              <a:solidFill>
                <a:schemeClr val="accent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976" name="Google Shape;976;p22"/>
          <p:cNvSpPr/>
          <p:nvPr/>
        </p:nvSpPr>
        <p:spPr>
          <a:xfrm>
            <a:off x="714240" y="1085760"/>
            <a:ext cx="4400280" cy="80928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200" u="none" strike="noStrike">
                <a:solidFill>
                  <a:srgbClr val="FFFFFF"/>
                </a:solidFill>
                <a:latin typeface="Exo"/>
                <a:ea typeface="Exo"/>
                <a:cs typeface="Exo"/>
                <a:sym typeface="Exo"/>
              </a:rPr>
              <a:t>Azure DevOps Overview</a:t>
            </a:r>
            <a:endParaRPr b="0" sz="3200" u="none" strike="noStrike">
              <a:solidFill>
                <a:srgbClr val="FFFFFF"/>
              </a:solidFill>
              <a:latin typeface="Noto Sans Symbols"/>
              <a:ea typeface="Noto Sans Symbols"/>
              <a:cs typeface="Noto Sans Symbols"/>
              <a:sym typeface="Noto Sans Symbols"/>
            </a:endParaRPr>
          </a:p>
        </p:txBody>
      </p:sp>
      <p:sp>
        <p:nvSpPr>
          <p:cNvPr id="977" name="Google Shape;977;p22"/>
          <p:cNvSpPr/>
          <p:nvPr/>
        </p:nvSpPr>
        <p:spPr>
          <a:xfrm>
            <a:off x="714240" y="2362320"/>
            <a:ext cx="4400280" cy="175212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b="0" lang="en-US" sz="1295" u="none" strike="noStrike">
                <a:solidFill>
                  <a:srgbClr val="FFFFFF"/>
                </a:solidFill>
                <a:latin typeface="PT Sans"/>
                <a:ea typeface="PT Sans"/>
                <a:cs typeface="PT Sans"/>
                <a:sym typeface="PT Sans"/>
              </a:rPr>
              <a:t>Azure DevOps is a full </a:t>
            </a:r>
            <a:r>
              <a:rPr b="0" i="1" lang="en-US" sz="1295" u="none" strike="noStrike">
                <a:solidFill>
                  <a:srgbClr val="FFFFFF"/>
                </a:solidFill>
                <a:latin typeface="PT Sans"/>
                <a:ea typeface="PT Sans"/>
                <a:cs typeface="PT Sans"/>
                <a:sym typeface="PT Sans"/>
              </a:rPr>
              <a:t>DevOps</a:t>
            </a:r>
            <a:r>
              <a:rPr b="0" lang="en-US" sz="1295" u="none" strike="noStrike">
                <a:solidFill>
                  <a:srgbClr val="FFFFFF"/>
                </a:solidFill>
                <a:latin typeface="PT Sans"/>
                <a:ea typeface="PT Sans"/>
                <a:cs typeface="PT Sans"/>
                <a:sym typeface="PT Sans"/>
              </a:rPr>
              <a:t> platform integrating planning, repos, pipelines, and testing.</a:t>
            </a:r>
            <a:endParaRPr b="0" sz="1295" u="none" strike="noStrike">
              <a:solidFill>
                <a:srgbClr val="FFFFFF"/>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t/>
            </a:r>
            <a:endParaRPr b="0" sz="1295" u="none" strike="noStrike">
              <a:solidFill>
                <a:srgbClr val="FFFFFF"/>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b="0" lang="en-US" sz="1295" u="none" strike="noStrike">
                <a:solidFill>
                  <a:srgbClr val="FFFFFF"/>
                </a:solidFill>
                <a:latin typeface="PT Sans"/>
                <a:ea typeface="PT Sans"/>
                <a:cs typeface="PT Sans"/>
                <a:sym typeface="PT Sans"/>
              </a:rPr>
              <a:t>Delivers end-to-end CI/CD and strong Microsoft ecosystem integration for enterprise-scale delivery and </a:t>
            </a:r>
            <a:r>
              <a:rPr b="1" lang="en-US" sz="1295" u="none" strike="noStrike">
                <a:solidFill>
                  <a:srgbClr val="FFFFFF"/>
                </a:solidFill>
                <a:latin typeface="PT Sans"/>
                <a:ea typeface="PT Sans"/>
                <a:cs typeface="PT Sans"/>
                <a:sym typeface="PT Sans"/>
              </a:rPr>
              <a:t>automated releases</a:t>
            </a:r>
            <a:r>
              <a:rPr b="0" lang="en-US" sz="1295" u="none" strike="noStrike">
                <a:solidFill>
                  <a:srgbClr val="FFFFFF"/>
                </a:solidFill>
                <a:latin typeface="PT Sans"/>
                <a:ea typeface="PT Sans"/>
                <a:cs typeface="PT Sans"/>
                <a:sym typeface="PT Sans"/>
              </a:rPr>
              <a:t>.</a:t>
            </a:r>
            <a:endParaRPr b="0" sz="1295"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23"/>
          <p:cNvSpPr txBox="1"/>
          <p:nvPr>
            <p:ph type="title"/>
          </p:nvPr>
        </p:nvSpPr>
        <p:spPr>
          <a:xfrm>
            <a:off x="713160" y="1088640"/>
            <a:ext cx="4401300" cy="119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3"/>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984" name="Google Shape;984;p23" title="Screenshot (74).png"/>
          <p:cNvPicPr preferRelativeResize="0"/>
          <p:nvPr/>
        </p:nvPicPr>
        <p:blipFill>
          <a:blip r:embed="rId3">
            <a:alphaModFix/>
          </a:blip>
          <a:stretch>
            <a:fillRect/>
          </a:stretch>
        </p:blipFill>
        <p:spPr>
          <a:xfrm>
            <a:off x="1095600" y="699650"/>
            <a:ext cx="7591200" cy="4443849"/>
          </a:xfrm>
          <a:prstGeom prst="rect">
            <a:avLst/>
          </a:prstGeom>
          <a:noFill/>
          <a:ln>
            <a:noFill/>
          </a:ln>
        </p:spPr>
      </p:pic>
      <p:sp>
        <p:nvSpPr>
          <p:cNvPr id="985" name="Google Shape;985;p23"/>
          <p:cNvSpPr txBox="1"/>
          <p:nvPr/>
        </p:nvSpPr>
        <p:spPr>
          <a:xfrm>
            <a:off x="2596150" y="283850"/>
            <a:ext cx="59931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lt1"/>
                </a:solidFill>
              </a:rPr>
              <a:t>personal dashboard</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24"/>
          <p:cNvSpPr txBox="1"/>
          <p:nvPr>
            <p:ph type="title"/>
          </p:nvPr>
        </p:nvSpPr>
        <p:spPr>
          <a:xfrm>
            <a:off x="713160" y="1088640"/>
            <a:ext cx="4401300" cy="119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4"/>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992" name="Google Shape;992;p24" title="Screenshot (75).png"/>
          <p:cNvPicPr preferRelativeResize="0"/>
          <p:nvPr/>
        </p:nvPicPr>
        <p:blipFill>
          <a:blip r:embed="rId3">
            <a:alphaModFix/>
          </a:blip>
          <a:stretch>
            <a:fillRect/>
          </a:stretch>
        </p:blipFill>
        <p:spPr>
          <a:xfrm>
            <a:off x="155475" y="139200"/>
            <a:ext cx="5351424" cy="5004300"/>
          </a:xfrm>
          <a:prstGeom prst="rect">
            <a:avLst/>
          </a:prstGeom>
          <a:noFill/>
          <a:ln>
            <a:noFill/>
          </a:ln>
        </p:spPr>
      </p:pic>
      <p:sp>
        <p:nvSpPr>
          <p:cNvPr id="993" name="Google Shape;993;p24"/>
          <p:cNvSpPr txBox="1"/>
          <p:nvPr/>
        </p:nvSpPr>
        <p:spPr>
          <a:xfrm>
            <a:off x="5778075" y="500800"/>
            <a:ext cx="3082500" cy="459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FFFFFF"/>
                </a:solidFill>
                <a:highlight>
                  <a:srgbClr val="1F1F1F"/>
                </a:highlight>
              </a:rPr>
              <a:t>By using a personal-focus dashboard, each team member can see their own work assignments, other work they're following, or work where they're mentioned. Create a personal dashboard by using the Assigned to me widget and other query tiles or charts that reference an </a:t>
            </a:r>
            <a:r>
              <a:rPr lang="en-US" sz="1700">
                <a:solidFill>
                  <a:srgbClr val="FFFFFF"/>
                </a:solidFill>
                <a:highlight>
                  <a:srgbClr val="404040"/>
                </a:highlight>
                <a:latin typeface="Courier New"/>
                <a:ea typeface="Courier New"/>
                <a:cs typeface="Courier New"/>
                <a:sym typeface="Courier New"/>
              </a:rPr>
              <a:t>Assigned To = @Me</a:t>
            </a:r>
            <a:r>
              <a:rPr lang="en-US" sz="1900">
                <a:solidFill>
                  <a:srgbClr val="FFFFFF"/>
                </a:solidFill>
                <a:highlight>
                  <a:srgbClr val="1F1F1F"/>
                </a:highlight>
              </a:rPr>
              <a:t> query clause.</a:t>
            </a:r>
            <a:r>
              <a:rPr lang="en-US" sz="1800">
                <a:solidFill>
                  <a:schemeClr val="dk1"/>
                </a:solidFill>
              </a:rPr>
              <a:t> </a:t>
            </a:r>
            <a:endParaRPr sz="260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25"/>
          <p:cNvSpPr txBox="1"/>
          <p:nvPr>
            <p:ph type="title"/>
          </p:nvPr>
        </p:nvSpPr>
        <p:spPr>
          <a:xfrm>
            <a:off x="713160" y="1088640"/>
            <a:ext cx="4401300" cy="119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5"/>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1000" name="Google Shape;1000;p25"/>
          <p:cNvSpPr txBox="1"/>
          <p:nvPr/>
        </p:nvSpPr>
        <p:spPr>
          <a:xfrm>
            <a:off x="616500" y="500800"/>
            <a:ext cx="7493700" cy="4221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Clr>
                <a:schemeClr val="dk1"/>
              </a:buClr>
              <a:buSzPts val="1100"/>
              <a:buFont typeface="Arial"/>
              <a:buNone/>
            </a:pPr>
            <a:r>
              <a:rPr lang="en-US" sz="1800">
                <a:solidFill>
                  <a:srgbClr val="FFFFFF"/>
                </a:solidFill>
                <a:highlight>
                  <a:srgbClr val="1F1F1F"/>
                </a:highlight>
              </a:rPr>
              <a:t>Team dashboard</a:t>
            </a:r>
            <a:endParaRPr sz="1800">
              <a:solidFill>
                <a:srgbClr val="FFFFFF"/>
              </a:solidFill>
              <a:highlight>
                <a:srgbClr val="1F1F1F"/>
              </a:highlight>
            </a:endParaRPr>
          </a:p>
          <a:p>
            <a:pPr indent="0" lvl="0" marL="0" rtl="0" algn="l">
              <a:lnSpc>
                <a:spcPct val="115000"/>
              </a:lnSpc>
              <a:spcBef>
                <a:spcPts val="1200"/>
              </a:spcBef>
              <a:spcAft>
                <a:spcPts val="0"/>
              </a:spcAft>
              <a:buClr>
                <a:schemeClr val="dk1"/>
              </a:buClr>
              <a:buSzPts val="1100"/>
              <a:buFont typeface="Arial"/>
              <a:buNone/>
            </a:pPr>
            <a:r>
              <a:rPr lang="en-US" sz="1600">
                <a:solidFill>
                  <a:srgbClr val="FFFFFF"/>
                </a:solidFill>
                <a:highlight>
                  <a:srgbClr val="1F1F1F"/>
                </a:highlight>
              </a:rPr>
              <a:t>A team dashboard helps members meet goals, monitor status, track progress, identify bottlenecks, and ensure backlog items are well defined. Create a team dashboard by including one or more of the following team-scoped widgets:</a:t>
            </a:r>
            <a:endParaRPr sz="1600">
              <a:solidFill>
                <a:srgbClr val="FFFFFF"/>
              </a:solidFill>
              <a:highlight>
                <a:srgbClr val="1F1F1F"/>
              </a:highlight>
            </a:endParaRPr>
          </a:p>
          <a:p>
            <a:pPr indent="-330200" lvl="0" marL="457200" rtl="0" algn="l">
              <a:lnSpc>
                <a:spcPct val="115000"/>
              </a:lnSpc>
              <a:spcBef>
                <a:spcPts val="1200"/>
              </a:spcBef>
              <a:spcAft>
                <a:spcPts val="0"/>
              </a:spcAft>
              <a:buClr>
                <a:srgbClr val="FFFFFF"/>
              </a:buClr>
              <a:buSzPts val="1600"/>
              <a:buChar char="●"/>
            </a:pPr>
            <a:r>
              <a:rPr lang="en-US" sz="1600">
                <a:solidFill>
                  <a:srgbClr val="75B6E7"/>
                </a:solidFill>
                <a:highlight>
                  <a:srgbClr val="1F1F1F"/>
                </a:highlight>
                <a:uFill>
                  <a:noFill/>
                </a:uFill>
                <a:hlinkClick r:id="rId3">
                  <a:extLst>
                    <a:ext uri="{A12FA001-AC4F-418D-AE19-62706E023703}">
                      <ahyp:hlinkClr val="tx"/>
                    </a:ext>
                  </a:extLst>
                </a:hlinkClick>
              </a:rPr>
              <a:t>Cumulative flow diagram (CFD) chart</a:t>
            </a:r>
            <a:r>
              <a:rPr lang="en-US" sz="1600">
                <a:solidFill>
                  <a:srgbClr val="FFFFFF"/>
                </a:solidFill>
                <a:highlight>
                  <a:srgbClr val="1F1F1F"/>
                </a:highlight>
              </a:rPr>
              <a:t>: Monitor the flow of work items and track work item count by sprint stages.</a:t>
            </a:r>
            <a:endParaRPr sz="1600">
              <a:solidFill>
                <a:srgbClr val="FFFFFF"/>
              </a:solidFill>
              <a:highlight>
                <a:srgbClr val="1F1F1F"/>
              </a:highlight>
            </a:endParaRPr>
          </a:p>
          <a:p>
            <a:pPr indent="-330200" lvl="0" marL="457200" rtl="0" algn="l">
              <a:lnSpc>
                <a:spcPct val="115000"/>
              </a:lnSpc>
              <a:spcBef>
                <a:spcPts val="0"/>
              </a:spcBef>
              <a:spcAft>
                <a:spcPts val="0"/>
              </a:spcAft>
              <a:buClr>
                <a:srgbClr val="FFFFFF"/>
              </a:buClr>
              <a:buSzPts val="1600"/>
              <a:buChar char="●"/>
            </a:pPr>
            <a:r>
              <a:rPr lang="en-US" sz="1600">
                <a:solidFill>
                  <a:srgbClr val="75B6E7"/>
                </a:solidFill>
                <a:highlight>
                  <a:srgbClr val="1F1F1F"/>
                </a:highlight>
                <a:uFill>
                  <a:noFill/>
                </a:uFill>
                <a:hlinkClick r:id="rId4">
                  <a:extLst>
                    <a:ext uri="{A12FA001-AC4F-418D-AE19-62706E023703}">
                      <ahyp:hlinkClr val="tx"/>
                    </a:ext>
                  </a:extLst>
                </a:hlinkClick>
              </a:rPr>
              <a:t>Velocity metrics</a:t>
            </a:r>
            <a:r>
              <a:rPr lang="en-US" sz="1600">
                <a:solidFill>
                  <a:srgbClr val="FFFFFF"/>
                </a:solidFill>
                <a:highlight>
                  <a:srgbClr val="1F1F1F"/>
                </a:highlight>
              </a:rPr>
              <a:t>: Track the team's capacity to deliver work sprint after sprint.</a:t>
            </a:r>
            <a:endParaRPr sz="1600">
              <a:solidFill>
                <a:srgbClr val="FFFFFF"/>
              </a:solidFill>
              <a:highlight>
                <a:srgbClr val="1F1F1F"/>
              </a:highlight>
            </a:endParaRPr>
          </a:p>
          <a:p>
            <a:pPr indent="-330200" lvl="0" marL="457200" rtl="0" algn="l">
              <a:lnSpc>
                <a:spcPct val="115000"/>
              </a:lnSpc>
              <a:spcBef>
                <a:spcPts val="0"/>
              </a:spcBef>
              <a:spcAft>
                <a:spcPts val="0"/>
              </a:spcAft>
              <a:buClr>
                <a:srgbClr val="FFFFFF"/>
              </a:buClr>
              <a:buSzPts val="1600"/>
              <a:buChar char="●"/>
            </a:pPr>
            <a:r>
              <a:rPr lang="en-US" sz="1600">
                <a:solidFill>
                  <a:srgbClr val="75B6E7"/>
                </a:solidFill>
                <a:highlight>
                  <a:srgbClr val="1F1F1F"/>
                </a:highlight>
                <a:uFill>
                  <a:noFill/>
                </a:uFill>
                <a:hlinkClick r:id="rId5">
                  <a:extLst>
                    <a:ext uri="{A12FA001-AC4F-418D-AE19-62706E023703}">
                      <ahyp:hlinkClr val="tx"/>
                    </a:ext>
                  </a:extLst>
                </a:hlinkClick>
              </a:rPr>
              <a:t>Cycle time</a:t>
            </a:r>
            <a:r>
              <a:rPr lang="en-US" sz="1600">
                <a:solidFill>
                  <a:srgbClr val="FFFFFF"/>
                </a:solidFill>
                <a:highlight>
                  <a:srgbClr val="1F1F1F"/>
                </a:highlight>
              </a:rPr>
              <a:t>: Add time measurements to track how long it takes your team to complete work items.</a:t>
            </a:r>
            <a:endParaRPr sz="1600">
              <a:solidFill>
                <a:srgbClr val="FFFFFF"/>
              </a:solidFill>
              <a:highlight>
                <a:srgbClr val="1F1F1F"/>
              </a:highlight>
            </a:endParaRPr>
          </a:p>
          <a:p>
            <a:pPr indent="-330200" lvl="0" marL="457200" rtl="0" algn="l">
              <a:lnSpc>
                <a:spcPct val="115000"/>
              </a:lnSpc>
              <a:spcBef>
                <a:spcPts val="0"/>
              </a:spcBef>
              <a:spcAft>
                <a:spcPts val="0"/>
              </a:spcAft>
              <a:buClr>
                <a:srgbClr val="FFFFFF"/>
              </a:buClr>
              <a:buSzPts val="1600"/>
              <a:buChar char="●"/>
            </a:pPr>
            <a:r>
              <a:rPr lang="en-US" sz="1600">
                <a:solidFill>
                  <a:srgbClr val="75B6E7"/>
                </a:solidFill>
                <a:highlight>
                  <a:srgbClr val="1F1F1F"/>
                </a:highlight>
                <a:uFill>
                  <a:noFill/>
                </a:uFill>
                <a:hlinkClick r:id="rId6">
                  <a:extLst>
                    <a:ext uri="{A12FA001-AC4F-418D-AE19-62706E023703}">
                      <ahyp:hlinkClr val="tx"/>
                    </a:ext>
                  </a:extLst>
                </a:hlinkClick>
              </a:rPr>
              <a:t>Lead time</a:t>
            </a:r>
            <a:r>
              <a:rPr lang="en-US" sz="1600">
                <a:solidFill>
                  <a:srgbClr val="FFFFFF"/>
                </a:solidFill>
                <a:highlight>
                  <a:srgbClr val="1F1F1F"/>
                </a:highlight>
              </a:rPr>
              <a:t>: Add time measurements to track the time to create through the time to complete for work items.</a:t>
            </a:r>
            <a:endParaRPr sz="1600">
              <a:solidFill>
                <a:srgbClr val="FFFFFF"/>
              </a:solidFill>
              <a:highlight>
                <a:srgbClr val="1F1F1F"/>
              </a:highlight>
            </a:endParaRPr>
          </a:p>
          <a:p>
            <a:pPr indent="0" lvl="0" marL="0" rtl="0" algn="l">
              <a:spcBef>
                <a:spcPts val="1200"/>
              </a:spcBef>
              <a:spcAft>
                <a:spcPts val="0"/>
              </a:spcAft>
              <a:buNone/>
            </a:pPr>
            <a:r>
              <a:t/>
            </a:r>
            <a:endParaRPr sz="1800">
              <a:solidFill>
                <a:schemeClr val="accent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26"/>
          <p:cNvSpPr txBox="1"/>
          <p:nvPr>
            <p:ph type="title"/>
          </p:nvPr>
        </p:nvSpPr>
        <p:spPr>
          <a:xfrm>
            <a:off x="713160" y="1088640"/>
            <a:ext cx="4401300" cy="119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6"/>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1007" name="Google Shape;1007;p26" title="Screenshot (76).png"/>
          <p:cNvPicPr preferRelativeResize="0"/>
          <p:nvPr/>
        </p:nvPicPr>
        <p:blipFill>
          <a:blip r:embed="rId3">
            <a:alphaModFix/>
          </a:blip>
          <a:stretch>
            <a:fillRect/>
          </a:stretch>
        </p:blipFill>
        <p:spPr>
          <a:xfrm>
            <a:off x="457200" y="0"/>
            <a:ext cx="8229600" cy="5143500"/>
          </a:xfrm>
          <a:prstGeom prst="rect">
            <a:avLst/>
          </a:prstGeom>
          <a:noFill/>
          <a:ln>
            <a:noFill/>
          </a:ln>
        </p:spPr>
      </p:pic>
      <p:sp>
        <p:nvSpPr>
          <p:cNvPr id="1008" name="Google Shape;1008;p26"/>
          <p:cNvSpPr txBox="1"/>
          <p:nvPr/>
        </p:nvSpPr>
        <p:spPr>
          <a:xfrm>
            <a:off x="7233450" y="2643150"/>
            <a:ext cx="19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27"/>
          <p:cNvSpPr txBox="1"/>
          <p:nvPr>
            <p:ph type="title"/>
          </p:nvPr>
        </p:nvSpPr>
        <p:spPr>
          <a:xfrm>
            <a:off x="713160" y="1088640"/>
            <a:ext cx="4401300" cy="119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7"/>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1015" name="Google Shape;1015;p27" title="Screenshot (77).png"/>
          <p:cNvPicPr preferRelativeResize="0"/>
          <p:nvPr/>
        </p:nvPicPr>
        <p:blipFill>
          <a:blip r:embed="rId3">
            <a:alphaModFix/>
          </a:blip>
          <a:stretch>
            <a:fillRect/>
          </a:stretch>
        </p:blipFill>
        <p:spPr>
          <a:xfrm>
            <a:off x="2994293" y="-63275"/>
            <a:ext cx="6149716" cy="5143501"/>
          </a:xfrm>
          <a:prstGeom prst="rect">
            <a:avLst/>
          </a:prstGeom>
          <a:noFill/>
          <a:ln>
            <a:noFill/>
          </a:ln>
        </p:spPr>
      </p:pic>
      <p:sp>
        <p:nvSpPr>
          <p:cNvPr id="1016" name="Google Shape;1016;p27"/>
          <p:cNvSpPr txBox="1"/>
          <p:nvPr/>
        </p:nvSpPr>
        <p:spPr>
          <a:xfrm>
            <a:off x="146450" y="198925"/>
            <a:ext cx="2775000" cy="4881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Clr>
                <a:schemeClr val="dk1"/>
              </a:buClr>
              <a:buSzPts val="1100"/>
              <a:buFont typeface="Arial"/>
              <a:buNone/>
            </a:pPr>
            <a:r>
              <a:rPr b="1" lang="en-US" sz="1700">
                <a:solidFill>
                  <a:srgbClr val="FFFFFF"/>
                </a:solidFill>
                <a:highlight>
                  <a:srgbClr val="1F1F1F"/>
                </a:highlight>
              </a:rPr>
              <a:t>Sprint dashboard</a:t>
            </a:r>
            <a:endParaRPr b="1" sz="1700">
              <a:solidFill>
                <a:srgbClr val="FFFFFF"/>
              </a:solidFill>
              <a:highlight>
                <a:srgbClr val="1F1F1F"/>
              </a:highlight>
            </a:endParaRPr>
          </a:p>
          <a:p>
            <a:pPr indent="0" lvl="0" marL="0" rtl="0" algn="l">
              <a:lnSpc>
                <a:spcPct val="115000"/>
              </a:lnSpc>
              <a:spcBef>
                <a:spcPts val="1200"/>
              </a:spcBef>
              <a:spcAft>
                <a:spcPts val="0"/>
              </a:spcAft>
              <a:buClr>
                <a:schemeClr val="dk1"/>
              </a:buClr>
              <a:buSzPts val="1100"/>
              <a:buFont typeface="Arial"/>
              <a:buNone/>
            </a:pPr>
            <a:r>
              <a:rPr b="1" lang="en-US" sz="1500">
                <a:solidFill>
                  <a:srgbClr val="FFFFFF"/>
                </a:solidFill>
                <a:highlight>
                  <a:srgbClr val="1F1F1F"/>
                </a:highlight>
              </a:rPr>
              <a:t>Azure DevOps offers several sprint and team-specific widgets to track sprint progress, including Sprint overview, Sprint capacity, and Sprint burndown. You can show the Sprint capacity when your team tracks work by using tasks and </a:t>
            </a:r>
            <a:r>
              <a:rPr b="1" lang="en-US" sz="1500">
                <a:solidFill>
                  <a:srgbClr val="75B6E7"/>
                </a:solidFill>
                <a:highlight>
                  <a:srgbClr val="1F1F1F"/>
                </a:highlight>
                <a:uFill>
                  <a:noFill/>
                </a:uFill>
                <a:hlinkClick r:id="rId4">
                  <a:extLst>
                    <a:ext uri="{A12FA001-AC4F-418D-AE19-62706E023703}">
                      <ahyp:hlinkClr val="tx"/>
                    </a:ext>
                  </a:extLst>
                </a:hlinkClick>
              </a:rPr>
              <a:t>sets the Sprint capacity</a:t>
            </a:r>
            <a:r>
              <a:rPr b="1" lang="en-US" sz="1500">
                <a:solidFill>
                  <a:srgbClr val="FFFFFF"/>
                </a:solidFill>
                <a:highlight>
                  <a:srgbClr val="1F1F1F"/>
                </a:highlight>
              </a:rPr>
              <a:t>.</a:t>
            </a:r>
            <a:endParaRPr b="1" sz="1500">
              <a:solidFill>
                <a:srgbClr val="FFFFFF"/>
              </a:solidFill>
              <a:highlight>
                <a:srgbClr val="1F1F1F"/>
              </a:highlight>
            </a:endParaRPr>
          </a:p>
          <a:p>
            <a:pPr indent="0" lvl="0" marL="0" rtl="0" algn="l">
              <a:lnSpc>
                <a:spcPct val="115000"/>
              </a:lnSpc>
              <a:spcBef>
                <a:spcPts val="1200"/>
              </a:spcBef>
              <a:spcAft>
                <a:spcPts val="0"/>
              </a:spcAft>
              <a:buClr>
                <a:schemeClr val="dk1"/>
              </a:buClr>
              <a:buSzPts val="1100"/>
              <a:buFont typeface="Arial"/>
              <a:buNone/>
            </a:pPr>
            <a:r>
              <a:rPr b="1" lang="en-US" sz="1500">
                <a:solidFill>
                  <a:srgbClr val="FFFFFF"/>
                </a:solidFill>
                <a:highlight>
                  <a:srgbClr val="1F1F1F"/>
                </a:highlight>
              </a:rPr>
              <a:t>The following image shows a sample sprint-focus dashboard:</a:t>
            </a:r>
            <a:endParaRPr b="1" sz="1500">
              <a:solidFill>
                <a:srgbClr val="FFFFFF"/>
              </a:solidFill>
              <a:highlight>
                <a:srgbClr val="1F1F1F"/>
              </a:highlight>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b="1" sz="21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28"/>
          <p:cNvSpPr txBox="1"/>
          <p:nvPr>
            <p:ph type="title"/>
          </p:nvPr>
        </p:nvSpPr>
        <p:spPr>
          <a:xfrm>
            <a:off x="713160" y="1088640"/>
            <a:ext cx="4401300" cy="119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8"/>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1023" name="Google Shape;1023;p28" title="Screenshot (78).png"/>
          <p:cNvPicPr preferRelativeResize="0"/>
          <p:nvPr/>
        </p:nvPicPr>
        <p:blipFill>
          <a:blip r:embed="rId3">
            <a:alphaModFix/>
          </a:blip>
          <a:stretch>
            <a:fillRect/>
          </a:stretch>
        </p:blipFill>
        <p:spPr>
          <a:xfrm>
            <a:off x="2871423" y="63275"/>
            <a:ext cx="6149154" cy="5143500"/>
          </a:xfrm>
          <a:prstGeom prst="rect">
            <a:avLst/>
          </a:prstGeom>
          <a:noFill/>
          <a:ln>
            <a:noFill/>
          </a:ln>
        </p:spPr>
      </p:pic>
      <p:sp>
        <p:nvSpPr>
          <p:cNvPr id="1024" name="Google Shape;1024;p28"/>
          <p:cNvSpPr txBox="1"/>
          <p:nvPr/>
        </p:nvSpPr>
        <p:spPr>
          <a:xfrm>
            <a:off x="83175" y="57850"/>
            <a:ext cx="2684700" cy="5034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Clr>
                <a:schemeClr val="dk1"/>
              </a:buClr>
              <a:buSzPts val="1100"/>
              <a:buFont typeface="Arial"/>
              <a:buNone/>
            </a:pPr>
            <a:r>
              <a:rPr lang="en-US">
                <a:solidFill>
                  <a:srgbClr val="FFFFFF"/>
                </a:solidFill>
                <a:highlight>
                  <a:srgbClr val="1F1F1F"/>
                </a:highlight>
              </a:rPr>
              <a:t>R</a:t>
            </a:r>
            <a:r>
              <a:rPr lang="en-US" sz="1800">
                <a:solidFill>
                  <a:srgbClr val="FFFFFF"/>
                </a:solidFill>
                <a:highlight>
                  <a:srgbClr val="1F1F1F"/>
                </a:highlight>
              </a:rPr>
              <a:t>elease dashboard</a:t>
            </a:r>
            <a:endParaRPr sz="1800">
              <a:solidFill>
                <a:srgbClr val="FFFFFF"/>
              </a:solidFill>
              <a:highlight>
                <a:srgbClr val="1F1F1F"/>
              </a:highlight>
            </a:endParaRPr>
          </a:p>
          <a:p>
            <a:pPr indent="0" lvl="0" marL="0" rtl="0" algn="l">
              <a:lnSpc>
                <a:spcPct val="115000"/>
              </a:lnSpc>
              <a:spcBef>
                <a:spcPts val="1200"/>
              </a:spcBef>
              <a:spcAft>
                <a:spcPts val="0"/>
              </a:spcAft>
              <a:buClr>
                <a:schemeClr val="dk1"/>
              </a:buClr>
              <a:buSzPts val="1100"/>
              <a:buFont typeface="Arial"/>
              <a:buNone/>
            </a:pPr>
            <a:r>
              <a:rPr lang="en-US" sz="1600">
                <a:solidFill>
                  <a:srgbClr val="FFFFFF"/>
                </a:solidFill>
                <a:highlight>
                  <a:srgbClr val="1F1F1F"/>
                </a:highlight>
              </a:rPr>
              <a:t>Major software releases often involve contributions from multiple teams. Release burndown and burnup charts help product managers track progress across teams. You can highly configure these charts. You can choose teams, backlog work items or work item types, field criteria, countdown metrics, and time intervals. For more information, see </a:t>
            </a:r>
            <a:r>
              <a:rPr lang="en-US" sz="1600">
                <a:solidFill>
                  <a:srgbClr val="75B6E7"/>
                </a:solidFill>
                <a:highlight>
                  <a:srgbClr val="1F1F1F"/>
                </a:highlight>
                <a:uFill>
                  <a:noFill/>
                </a:uFill>
                <a:hlinkClick r:id="rId4">
                  <a:extLst>
                    <a:ext uri="{A12FA001-AC4F-418D-AE19-62706E023703}">
                      <ahyp:hlinkClr val="tx"/>
                    </a:ext>
                  </a:extLst>
                </a:hlinkClick>
              </a:rPr>
              <a:t>Configure a burndown or</a:t>
            </a:r>
            <a:endParaRPr sz="1600">
              <a:solidFill>
                <a:srgbClr val="75B6E7"/>
              </a:solidFill>
              <a:highlight>
                <a:srgbClr val="1F1F1F"/>
              </a:highlight>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29"/>
          <p:cNvSpPr txBox="1"/>
          <p:nvPr>
            <p:ph type="title"/>
          </p:nvPr>
        </p:nvSpPr>
        <p:spPr>
          <a:xfrm>
            <a:off x="713160" y="1088640"/>
            <a:ext cx="4401300" cy="119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9"/>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1031" name="Google Shape;1031;p29" title="Screenshot (79).png"/>
          <p:cNvPicPr preferRelativeResize="0"/>
          <p:nvPr/>
        </p:nvPicPr>
        <p:blipFill>
          <a:blip r:embed="rId3">
            <a:alphaModFix/>
          </a:blip>
          <a:stretch>
            <a:fillRect/>
          </a:stretch>
        </p:blipFill>
        <p:spPr>
          <a:xfrm>
            <a:off x="146450" y="0"/>
            <a:ext cx="8958176" cy="51434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grpSp>
        <p:nvGrpSpPr>
          <p:cNvPr id="1036" name="Google Shape;1036;p30"/>
          <p:cNvGrpSpPr/>
          <p:nvPr/>
        </p:nvGrpSpPr>
        <p:grpSpPr>
          <a:xfrm>
            <a:off x="7126560" y="852840"/>
            <a:ext cx="882720" cy="241560"/>
            <a:chOff x="7126560" y="852840"/>
            <a:chExt cx="882720" cy="241560"/>
          </a:xfrm>
        </p:grpSpPr>
        <p:sp>
          <p:nvSpPr>
            <p:cNvPr id="1037" name="Google Shape;1037;p30"/>
            <p:cNvSpPr/>
            <p:nvPr/>
          </p:nvSpPr>
          <p:spPr>
            <a:xfrm>
              <a:off x="7126560" y="85284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8" name="Google Shape;1038;p30"/>
            <p:cNvSpPr/>
            <p:nvPr/>
          </p:nvSpPr>
          <p:spPr>
            <a:xfrm>
              <a:off x="7273800" y="85284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9" name="Google Shape;1039;p30"/>
            <p:cNvSpPr/>
            <p:nvPr/>
          </p:nvSpPr>
          <p:spPr>
            <a:xfrm>
              <a:off x="7419960" y="85284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0" name="Google Shape;1040;p30"/>
            <p:cNvSpPr/>
            <p:nvPr/>
          </p:nvSpPr>
          <p:spPr>
            <a:xfrm>
              <a:off x="756648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1" name="Google Shape;1041;p30"/>
            <p:cNvSpPr/>
            <p:nvPr/>
          </p:nvSpPr>
          <p:spPr>
            <a:xfrm>
              <a:off x="7712640" y="8528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2" name="Google Shape;1042;p30"/>
            <p:cNvSpPr/>
            <p:nvPr/>
          </p:nvSpPr>
          <p:spPr>
            <a:xfrm>
              <a:off x="785880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043" name="Google Shape;1043;p30"/>
          <p:cNvSpPr/>
          <p:nvPr/>
        </p:nvSpPr>
        <p:spPr>
          <a:xfrm>
            <a:off x="619200" y="619200"/>
            <a:ext cx="790524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lang="en-US" sz="2040" u="none" strike="noStrike">
                <a:solidFill>
                  <a:srgbClr val="FFFFFF"/>
                </a:solidFill>
                <a:latin typeface="Exo"/>
                <a:ea typeface="Exo"/>
                <a:cs typeface="Exo"/>
                <a:sym typeface="Exo"/>
              </a:rPr>
              <a:t>Trello Overview</a:t>
            </a:r>
            <a:endParaRPr b="0" sz="2040" u="none" strike="noStrike">
              <a:solidFill>
                <a:srgbClr val="FFFFFF"/>
              </a:solidFill>
              <a:latin typeface="Noto Sans Symbols"/>
              <a:ea typeface="Noto Sans Symbols"/>
              <a:cs typeface="Noto Sans Symbols"/>
              <a:sym typeface="Noto Sans Symbols"/>
            </a:endParaRPr>
          </a:p>
        </p:txBody>
      </p:sp>
      <p:sp>
        <p:nvSpPr>
          <p:cNvPr id="1044" name="Google Shape;1044;p30"/>
          <p:cNvSpPr/>
          <p:nvPr/>
        </p:nvSpPr>
        <p:spPr>
          <a:xfrm>
            <a:off x="619200" y="1905120"/>
            <a:ext cx="7905240" cy="167616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0" lang="en-US" sz="1600" u="none" strike="noStrike">
                <a:solidFill>
                  <a:srgbClr val="FFFFFF"/>
                </a:solidFill>
                <a:latin typeface="PT Sans"/>
                <a:ea typeface="PT Sans"/>
                <a:cs typeface="PT Sans"/>
                <a:sym typeface="PT Sans"/>
              </a:rPr>
              <a:t>Trello provides a visual </a:t>
            </a:r>
            <a:r>
              <a:rPr b="0" i="1" lang="en-US" sz="1600" u="none" strike="noStrike">
                <a:solidFill>
                  <a:srgbClr val="FFFFFF"/>
                </a:solidFill>
                <a:latin typeface="PT Sans"/>
                <a:ea typeface="PT Sans"/>
                <a:cs typeface="PT Sans"/>
                <a:sym typeface="PT Sans"/>
              </a:rPr>
              <a:t>Kanban</a:t>
            </a:r>
            <a:r>
              <a:rPr b="0" lang="en-US" sz="1600" u="none" strike="noStrike">
                <a:solidFill>
                  <a:srgbClr val="FFFFFF"/>
                </a:solidFill>
                <a:latin typeface="PT Sans"/>
                <a:ea typeface="PT Sans"/>
                <a:cs typeface="PT Sans"/>
                <a:sym typeface="PT Sans"/>
              </a:rPr>
              <a:t> interface with boards, lists, and cards for simple task tracking.</a:t>
            </a:r>
            <a:endParaRPr b="0" sz="1600" u="none" strike="noStrike">
              <a:solidFill>
                <a:srgbClr val="FFFFFF"/>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0" sz="1600" u="none" strike="noStrike">
              <a:solidFill>
                <a:srgbClr val="FFFFFF"/>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rPr b="0" lang="en-US" sz="1600" u="none" strike="noStrike">
                <a:solidFill>
                  <a:srgbClr val="FFFFFF"/>
                </a:solidFill>
                <a:latin typeface="PT Sans"/>
                <a:ea typeface="PT Sans"/>
                <a:cs typeface="PT Sans"/>
                <a:sym typeface="PT Sans"/>
              </a:rPr>
              <a:t>Ideal for lightweight workflows and rapid team adoption, enabling quick prioritization and collaboration.</a:t>
            </a:r>
            <a:endParaRPr b="0" sz="1600"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31"/>
          <p:cNvSpPr txBox="1"/>
          <p:nvPr>
            <p:ph type="title"/>
          </p:nvPr>
        </p:nvSpPr>
        <p:spPr>
          <a:xfrm>
            <a:off x="2335680" y="758160"/>
            <a:ext cx="44724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t/>
            </a:r>
            <a:endParaRPr/>
          </a:p>
        </p:txBody>
      </p:sp>
      <p:sp>
        <p:nvSpPr>
          <p:cNvPr id="1050" name="Google Shape;1050;p31"/>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1051" name="Google Shape;1051;p31" title="trello.png"/>
          <p:cNvPicPr preferRelativeResize="0"/>
          <p:nvPr/>
        </p:nvPicPr>
        <p:blipFill>
          <a:blip r:embed="rId3">
            <a:alphaModFix/>
          </a:blip>
          <a:stretch>
            <a:fillRect/>
          </a:stretch>
        </p:blipFill>
        <p:spPr>
          <a:xfrm>
            <a:off x="0" y="85725"/>
            <a:ext cx="9144000" cy="4972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32"/>
          <p:cNvSpPr txBox="1"/>
          <p:nvPr>
            <p:ph type="title"/>
          </p:nvPr>
        </p:nvSpPr>
        <p:spPr>
          <a:xfrm>
            <a:off x="2335680" y="758160"/>
            <a:ext cx="44724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t/>
            </a:r>
            <a:endParaRPr/>
          </a:p>
        </p:txBody>
      </p:sp>
      <p:sp>
        <p:nvSpPr>
          <p:cNvPr id="1057" name="Google Shape;1057;p32"/>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1058" name="Google Shape;1058;p32" title="t.png"/>
          <p:cNvPicPr preferRelativeResize="0"/>
          <p:nvPr/>
        </p:nvPicPr>
        <p:blipFill>
          <a:blip r:embed="rId3">
            <a:alphaModFix/>
          </a:blip>
          <a:stretch>
            <a:fillRect/>
          </a:stretch>
        </p:blipFill>
        <p:spPr>
          <a:xfrm>
            <a:off x="0" y="115717"/>
            <a:ext cx="9143999" cy="491206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33"/>
          <p:cNvSpPr txBox="1"/>
          <p:nvPr/>
        </p:nvSpPr>
        <p:spPr>
          <a:xfrm>
            <a:off x="417625" y="536950"/>
            <a:ext cx="7394400" cy="404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US" sz="1800">
                <a:solidFill>
                  <a:schemeClr val="lt1"/>
                </a:solidFill>
              </a:rPr>
              <a:t>Native Trello Dashboard Features</a:t>
            </a:r>
            <a:endParaRPr sz="1800">
              <a:solidFill>
                <a:schemeClr val="lt1"/>
              </a:solidFill>
            </a:endParaRPr>
          </a:p>
          <a:p>
            <a:pPr indent="-323850" lvl="0" marL="457200" rtl="0" algn="l">
              <a:lnSpc>
                <a:spcPct val="115000"/>
              </a:lnSpc>
              <a:spcBef>
                <a:spcPts val="900"/>
              </a:spcBef>
              <a:spcAft>
                <a:spcPts val="0"/>
              </a:spcAft>
              <a:buClr>
                <a:schemeClr val="lt1"/>
              </a:buClr>
              <a:buSzPts val="1500"/>
              <a:buChar char="●"/>
            </a:pPr>
            <a:r>
              <a:rPr b="1" lang="en-US" sz="1500">
                <a:solidFill>
                  <a:schemeClr val="lt1"/>
                </a:solidFill>
              </a:rPr>
              <a:t>Visual Data Tiles:</a:t>
            </a:r>
            <a:r>
              <a:rPr lang="en-US" sz="1500">
                <a:solidFill>
                  <a:schemeClr val="lt1"/>
                </a:solidFill>
              </a:rPr>
              <a:t> Summarize your board's metrics using interactive bar charts, pie charts, and line graphs. [</a:t>
            </a:r>
            <a:r>
              <a:rPr lang="en-US" sz="1500" u="sng">
                <a:solidFill>
                  <a:schemeClr val="lt1"/>
                </a:solidFill>
                <a:hlinkClick r:id="rId3">
                  <a:extLst>
                    <a:ext uri="{A12FA001-AC4F-418D-AE19-62706E023703}">
                      <ahyp:hlinkClr val="tx"/>
                    </a:ext>
                  </a:extLst>
                </a:hlinkClick>
              </a:rPr>
              <a:t>1</a:t>
            </a:r>
            <a:r>
              <a:rPr lang="en-US" sz="1500">
                <a:solidFill>
                  <a:schemeClr val="lt1"/>
                </a:solidFill>
              </a:rPr>
              <a:t>]</a:t>
            </a:r>
            <a:endParaRPr sz="1500">
              <a:solidFill>
                <a:schemeClr val="lt1"/>
              </a:solidFill>
            </a:endParaRPr>
          </a:p>
          <a:p>
            <a:pPr indent="-323850" lvl="0" marL="457200" rtl="0" algn="l">
              <a:lnSpc>
                <a:spcPct val="115000"/>
              </a:lnSpc>
              <a:spcBef>
                <a:spcPts val="0"/>
              </a:spcBef>
              <a:spcAft>
                <a:spcPts val="0"/>
              </a:spcAft>
              <a:buClr>
                <a:schemeClr val="lt1"/>
              </a:buClr>
              <a:buSzPts val="1500"/>
              <a:buChar char="●"/>
            </a:pPr>
            <a:r>
              <a:rPr b="1" lang="en-US" sz="1500">
                <a:solidFill>
                  <a:schemeClr val="lt1"/>
                </a:solidFill>
              </a:rPr>
              <a:t>Customizable Groupings:</a:t>
            </a:r>
            <a:r>
              <a:rPr lang="en-US" sz="1500">
                <a:solidFill>
                  <a:schemeClr val="lt1"/>
                </a:solidFill>
              </a:rPr>
              <a:t> Configure tiles to display:</a:t>
            </a:r>
            <a:endParaRPr sz="1500">
              <a:solidFill>
                <a:schemeClr val="lt1"/>
              </a:solidFill>
            </a:endParaRPr>
          </a:p>
          <a:p>
            <a:pPr indent="-323850" lvl="1" marL="914400" rtl="0" algn="l">
              <a:lnSpc>
                <a:spcPct val="115000"/>
              </a:lnSpc>
              <a:spcBef>
                <a:spcPts val="0"/>
              </a:spcBef>
              <a:spcAft>
                <a:spcPts val="0"/>
              </a:spcAft>
              <a:buClr>
                <a:schemeClr val="lt1"/>
              </a:buClr>
              <a:buSzPts val="1500"/>
              <a:buChar char="○"/>
            </a:pPr>
            <a:r>
              <a:rPr b="1" lang="en-US" sz="1500">
                <a:solidFill>
                  <a:schemeClr val="lt1"/>
                </a:solidFill>
              </a:rPr>
              <a:t>Cards per List:</a:t>
            </a:r>
            <a:r>
              <a:rPr lang="en-US" sz="1500">
                <a:solidFill>
                  <a:schemeClr val="lt1"/>
                </a:solidFill>
              </a:rPr>
              <a:t> Shows where work is sitting (pipeline health).</a:t>
            </a:r>
            <a:endParaRPr sz="1500">
              <a:solidFill>
                <a:schemeClr val="lt1"/>
              </a:solidFill>
            </a:endParaRPr>
          </a:p>
          <a:p>
            <a:pPr indent="-323850" lvl="1" marL="914400" rtl="0" algn="l">
              <a:lnSpc>
                <a:spcPct val="115000"/>
              </a:lnSpc>
              <a:spcBef>
                <a:spcPts val="0"/>
              </a:spcBef>
              <a:spcAft>
                <a:spcPts val="0"/>
              </a:spcAft>
              <a:buClr>
                <a:schemeClr val="lt1"/>
              </a:buClr>
              <a:buSzPts val="1500"/>
              <a:buChar char="○"/>
            </a:pPr>
            <a:r>
              <a:rPr b="1" lang="en-US" sz="1500">
                <a:solidFill>
                  <a:schemeClr val="lt1"/>
                </a:solidFill>
              </a:rPr>
              <a:t>Cards per Member:</a:t>
            </a:r>
            <a:r>
              <a:rPr lang="en-US" sz="1500">
                <a:solidFill>
                  <a:schemeClr val="lt1"/>
                </a:solidFill>
              </a:rPr>
              <a:t> Balances team workload and spots overworked team members.</a:t>
            </a:r>
            <a:endParaRPr sz="1500">
              <a:solidFill>
                <a:schemeClr val="lt1"/>
              </a:solidFill>
            </a:endParaRPr>
          </a:p>
          <a:p>
            <a:pPr indent="-323850" lvl="1" marL="914400" rtl="0" algn="l">
              <a:lnSpc>
                <a:spcPct val="115000"/>
              </a:lnSpc>
              <a:spcBef>
                <a:spcPts val="0"/>
              </a:spcBef>
              <a:spcAft>
                <a:spcPts val="0"/>
              </a:spcAft>
              <a:buClr>
                <a:schemeClr val="lt1"/>
              </a:buClr>
              <a:buSzPts val="1500"/>
              <a:buChar char="○"/>
            </a:pPr>
            <a:r>
              <a:rPr b="1" lang="en-US" sz="1500">
                <a:solidFill>
                  <a:schemeClr val="lt1"/>
                </a:solidFill>
              </a:rPr>
              <a:t>Cards per Label:</a:t>
            </a:r>
            <a:r>
              <a:rPr lang="en-US" sz="1500">
                <a:solidFill>
                  <a:schemeClr val="lt1"/>
                </a:solidFill>
              </a:rPr>
              <a:t> Helps visualize priority mix and resource allocation.</a:t>
            </a:r>
            <a:endParaRPr sz="1500">
              <a:solidFill>
                <a:schemeClr val="lt1"/>
              </a:solidFill>
            </a:endParaRPr>
          </a:p>
          <a:p>
            <a:pPr indent="-323850" lvl="1" marL="914400" rtl="0" algn="l">
              <a:lnSpc>
                <a:spcPct val="115000"/>
              </a:lnSpc>
              <a:spcBef>
                <a:spcPts val="0"/>
              </a:spcBef>
              <a:spcAft>
                <a:spcPts val="0"/>
              </a:spcAft>
              <a:buClr>
                <a:schemeClr val="lt1"/>
              </a:buClr>
              <a:buSzPts val="1500"/>
              <a:buChar char="○"/>
            </a:pPr>
            <a:r>
              <a:rPr b="1" lang="en-US" sz="1500">
                <a:solidFill>
                  <a:schemeClr val="lt1"/>
                </a:solidFill>
              </a:rPr>
              <a:t>Due Dates:</a:t>
            </a:r>
            <a:r>
              <a:rPr lang="en-US" sz="1500">
                <a:solidFill>
                  <a:schemeClr val="lt1"/>
                </a:solidFill>
              </a:rPr>
              <a:t> Highlights upcoming or overdue tasks to prevent roadblocks. [</a:t>
            </a:r>
            <a:r>
              <a:rPr lang="en-US" sz="1500" u="sng">
                <a:solidFill>
                  <a:schemeClr val="lt1"/>
                </a:solidFill>
                <a:hlinkClick r:id="rId4">
                  <a:extLst>
                    <a:ext uri="{A12FA001-AC4F-418D-AE19-62706E023703}">
                      <ahyp:hlinkClr val="tx"/>
                    </a:ext>
                  </a:extLst>
                </a:hlinkClick>
              </a:rPr>
              <a:t>1</a:t>
            </a:r>
            <a:r>
              <a:rPr lang="en-US" sz="1500">
                <a:solidFill>
                  <a:schemeClr val="lt1"/>
                </a:solidFill>
              </a:rPr>
              <a:t>,</a:t>
            </a:r>
            <a:r>
              <a:rPr lang="en-US" sz="1500">
                <a:solidFill>
                  <a:schemeClr val="lt1"/>
                </a:solidFill>
                <a:uFill>
                  <a:noFill/>
                </a:uFill>
                <a:hlinkClick r:id="rId5">
                  <a:extLst>
                    <a:ext uri="{A12FA001-AC4F-418D-AE19-62706E023703}">
                      <ahyp:hlinkClr val="tx"/>
                    </a:ext>
                  </a:extLst>
                </a:hlinkClick>
              </a:rPr>
              <a:t> </a:t>
            </a:r>
            <a:r>
              <a:rPr lang="en-US" sz="1500" u="sng">
                <a:solidFill>
                  <a:schemeClr val="lt1"/>
                </a:solidFill>
                <a:hlinkClick r:id="rId6">
                  <a:extLst>
                    <a:ext uri="{A12FA001-AC4F-418D-AE19-62706E023703}">
                      <ahyp:hlinkClr val="tx"/>
                    </a:ext>
                  </a:extLst>
                </a:hlinkClick>
              </a:rPr>
              <a:t>2</a:t>
            </a:r>
            <a:r>
              <a:rPr lang="en-US" sz="1500">
                <a:solidFill>
                  <a:schemeClr val="lt1"/>
                </a:solidFill>
              </a:rPr>
              <a:t>,</a:t>
            </a:r>
            <a:r>
              <a:rPr lang="en-US" sz="1500">
                <a:solidFill>
                  <a:schemeClr val="lt1"/>
                </a:solidFill>
                <a:uFill>
                  <a:noFill/>
                </a:uFill>
                <a:hlinkClick r:id="rId7">
                  <a:extLst>
                    <a:ext uri="{A12FA001-AC4F-418D-AE19-62706E023703}">
                      <ahyp:hlinkClr val="tx"/>
                    </a:ext>
                  </a:extLst>
                </a:hlinkClick>
              </a:rPr>
              <a:t> </a:t>
            </a:r>
            <a:r>
              <a:rPr lang="en-US" sz="1500" u="sng">
                <a:solidFill>
                  <a:schemeClr val="lt1"/>
                </a:solidFill>
                <a:hlinkClick r:id="rId8">
                  <a:extLst>
                    <a:ext uri="{A12FA001-AC4F-418D-AE19-62706E023703}">
                      <ahyp:hlinkClr val="tx"/>
                    </a:ext>
                  </a:extLst>
                </a:hlinkClick>
              </a:rPr>
              <a:t>3</a:t>
            </a:r>
            <a:r>
              <a:rPr lang="en-US" sz="1500">
                <a:solidFill>
                  <a:schemeClr val="lt1"/>
                </a:solidFill>
              </a:rPr>
              <a:t>]</a:t>
            </a:r>
            <a:endParaRPr sz="1500">
              <a:solidFill>
                <a:schemeClr val="lt1"/>
              </a:solidFill>
            </a:endParaRPr>
          </a:p>
          <a:p>
            <a:pPr indent="-323850" lvl="0" marL="457200" rtl="0" algn="l">
              <a:lnSpc>
                <a:spcPct val="115000"/>
              </a:lnSpc>
              <a:spcBef>
                <a:spcPts val="0"/>
              </a:spcBef>
              <a:spcAft>
                <a:spcPts val="0"/>
              </a:spcAft>
              <a:buClr>
                <a:schemeClr val="lt1"/>
              </a:buClr>
              <a:buSzPts val="1500"/>
              <a:buChar char="●"/>
            </a:pPr>
            <a:r>
              <a:rPr b="1" lang="en-US" sz="1500">
                <a:solidFill>
                  <a:schemeClr val="lt1"/>
                </a:solidFill>
              </a:rPr>
              <a:t>Dynamic Filters:</a:t>
            </a:r>
            <a:r>
              <a:rPr lang="en-US" sz="1500">
                <a:solidFill>
                  <a:schemeClr val="lt1"/>
                </a:solidFill>
              </a:rPr>
              <a:t> Drill down on data by specific labels, team members, or due dates to run targeted check-ins. [</a:t>
            </a:r>
            <a:r>
              <a:rPr lang="en-US" sz="1500" u="sng">
                <a:solidFill>
                  <a:schemeClr val="lt1"/>
                </a:solidFill>
                <a:hlinkClick r:id="rId9">
                  <a:extLst>
                    <a:ext uri="{A12FA001-AC4F-418D-AE19-62706E023703}">
                      <ahyp:hlinkClr val="tx"/>
                    </a:ext>
                  </a:extLst>
                </a:hlinkClick>
              </a:rPr>
              <a:t>1</a:t>
            </a:r>
            <a:r>
              <a:rPr lang="en-US" sz="1500">
                <a:solidFill>
                  <a:schemeClr val="lt1"/>
                </a:solidFill>
              </a:rPr>
              <a:t>,</a:t>
            </a:r>
            <a:r>
              <a:rPr lang="en-US" sz="1500">
                <a:solidFill>
                  <a:schemeClr val="lt1"/>
                </a:solidFill>
                <a:uFill>
                  <a:noFill/>
                </a:uFill>
                <a:hlinkClick r:id="rId10">
                  <a:extLst>
                    <a:ext uri="{A12FA001-AC4F-418D-AE19-62706E023703}">
                      <ahyp:hlinkClr val="tx"/>
                    </a:ext>
                  </a:extLst>
                </a:hlinkClick>
              </a:rPr>
              <a:t> </a:t>
            </a:r>
            <a:r>
              <a:rPr lang="en-US" sz="1500" u="sng">
                <a:solidFill>
                  <a:schemeClr val="lt1"/>
                </a:solidFill>
                <a:hlinkClick r:id="rId11">
                  <a:extLst>
                    <a:ext uri="{A12FA001-AC4F-418D-AE19-62706E023703}">
                      <ahyp:hlinkClr val="tx"/>
                    </a:ext>
                  </a:extLst>
                </a:hlinkClick>
              </a:rPr>
              <a:t>2</a:t>
            </a:r>
            <a:r>
              <a:rPr lang="en-US" sz="1500">
                <a:solidFill>
                  <a:schemeClr val="lt1"/>
                </a:solidFill>
              </a:rPr>
              <a:t>]</a:t>
            </a:r>
            <a:endParaRPr sz="1500">
              <a:solidFill>
                <a:schemeClr val="lt1"/>
              </a:solidFill>
            </a:endParaRPr>
          </a:p>
          <a:p>
            <a:pPr indent="-323850" lvl="0" marL="457200" rtl="0" algn="l">
              <a:lnSpc>
                <a:spcPct val="115000"/>
              </a:lnSpc>
              <a:spcBef>
                <a:spcPts val="0"/>
              </a:spcBef>
              <a:spcAft>
                <a:spcPts val="0"/>
              </a:spcAft>
              <a:buClr>
                <a:schemeClr val="lt1"/>
              </a:buClr>
              <a:buSzPts val="1500"/>
              <a:buChar char="●"/>
            </a:pPr>
            <a:r>
              <a:rPr b="1" lang="en-US" sz="1500">
                <a:solidFill>
                  <a:schemeClr val="lt1"/>
                </a:solidFill>
              </a:rPr>
              <a:t>Real-Time Updates:</a:t>
            </a:r>
            <a:r>
              <a:rPr lang="en-US" sz="1500">
                <a:solidFill>
                  <a:schemeClr val="lt1"/>
                </a:solidFill>
              </a:rPr>
              <a:t> Tiles automatically update as cards are created, modified, or completed across your board. [</a:t>
            </a:r>
            <a:r>
              <a:rPr lang="en-US" sz="1500" u="sng">
                <a:solidFill>
                  <a:schemeClr val="lt1"/>
                </a:solidFill>
                <a:hlinkClick r:id="rId12">
                  <a:extLst>
                    <a:ext uri="{A12FA001-AC4F-418D-AE19-62706E023703}">
                      <ahyp:hlinkClr val="tx"/>
                    </a:ext>
                  </a:extLst>
                </a:hlinkClick>
              </a:rPr>
              <a:t>1</a:t>
            </a:r>
            <a:r>
              <a:rPr lang="en-US" sz="1500">
                <a:solidFill>
                  <a:schemeClr val="lt1"/>
                </a:solidFill>
              </a:rPr>
              <a:t>,</a:t>
            </a:r>
            <a:r>
              <a:rPr lang="en-US" sz="1500">
                <a:solidFill>
                  <a:schemeClr val="lt1"/>
                </a:solidFill>
                <a:uFill>
                  <a:noFill/>
                </a:uFill>
                <a:hlinkClick r:id="rId13">
                  <a:extLst>
                    <a:ext uri="{A12FA001-AC4F-418D-AE19-62706E023703}">
                      <ahyp:hlinkClr val="tx"/>
                    </a:ext>
                  </a:extLst>
                </a:hlinkClick>
              </a:rPr>
              <a:t> </a:t>
            </a:r>
            <a:r>
              <a:rPr lang="en-US" sz="1500" u="sng">
                <a:solidFill>
                  <a:schemeClr val="lt1"/>
                </a:solidFill>
                <a:hlinkClick r:id="rId14">
                  <a:extLst>
                    <a:ext uri="{A12FA001-AC4F-418D-AE19-62706E023703}">
                      <ahyp:hlinkClr val="tx"/>
                    </a:ext>
                  </a:extLst>
                </a:hlinkClick>
              </a:rPr>
              <a:t>2</a:t>
            </a:r>
            <a:r>
              <a:rPr lang="en-US" sz="1500">
                <a:solidFill>
                  <a:schemeClr val="lt1"/>
                </a:solidFill>
              </a:rPr>
              <a:t>]</a:t>
            </a:r>
            <a:endParaRPr sz="1500">
              <a:solidFill>
                <a:schemeClr val="lt1"/>
              </a:solidFill>
            </a:endParaRPr>
          </a:p>
          <a:p>
            <a:pPr indent="0" lvl="0" marL="0" rtl="0" algn="l">
              <a:spcBef>
                <a:spcPts val="2100"/>
              </a:spcBef>
              <a:spcAft>
                <a:spcPts val="0"/>
              </a:spcAft>
              <a:buNone/>
            </a:pPr>
            <a:r>
              <a:t/>
            </a:r>
            <a:endParaRPr sz="21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grpSp>
        <p:nvGrpSpPr>
          <p:cNvPr id="1068" name="Google Shape;1068;p34"/>
          <p:cNvGrpSpPr/>
          <p:nvPr/>
        </p:nvGrpSpPr>
        <p:grpSpPr>
          <a:xfrm>
            <a:off x="7126560" y="852840"/>
            <a:ext cx="882720" cy="241560"/>
            <a:chOff x="7126560" y="852840"/>
            <a:chExt cx="882720" cy="241560"/>
          </a:xfrm>
        </p:grpSpPr>
        <p:sp>
          <p:nvSpPr>
            <p:cNvPr id="1069" name="Google Shape;1069;p34"/>
            <p:cNvSpPr/>
            <p:nvPr/>
          </p:nvSpPr>
          <p:spPr>
            <a:xfrm>
              <a:off x="7126560" y="85284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70" name="Google Shape;1070;p34"/>
            <p:cNvSpPr/>
            <p:nvPr/>
          </p:nvSpPr>
          <p:spPr>
            <a:xfrm>
              <a:off x="7273800" y="85284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71" name="Google Shape;1071;p34"/>
            <p:cNvSpPr/>
            <p:nvPr/>
          </p:nvSpPr>
          <p:spPr>
            <a:xfrm>
              <a:off x="7419960" y="85284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72" name="Google Shape;1072;p34"/>
            <p:cNvSpPr/>
            <p:nvPr/>
          </p:nvSpPr>
          <p:spPr>
            <a:xfrm>
              <a:off x="756648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73" name="Google Shape;1073;p34"/>
            <p:cNvSpPr/>
            <p:nvPr/>
          </p:nvSpPr>
          <p:spPr>
            <a:xfrm>
              <a:off x="7712640" y="8528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74" name="Google Shape;1074;p34"/>
            <p:cNvSpPr/>
            <p:nvPr/>
          </p:nvSpPr>
          <p:spPr>
            <a:xfrm>
              <a:off x="7858800" y="85284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075" name="Google Shape;1075;p34"/>
          <p:cNvSpPr/>
          <p:nvPr/>
        </p:nvSpPr>
        <p:spPr>
          <a:xfrm>
            <a:off x="619200" y="619200"/>
            <a:ext cx="790524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lang="en-US" sz="2040" u="none" strike="noStrike">
                <a:solidFill>
                  <a:srgbClr val="FFFFFF"/>
                </a:solidFill>
                <a:latin typeface="Exo"/>
                <a:ea typeface="Exo"/>
                <a:cs typeface="Exo"/>
                <a:sym typeface="Exo"/>
              </a:rPr>
              <a:t>Conclusions</a:t>
            </a:r>
            <a:endParaRPr b="0" sz="2040" u="none" strike="noStrike">
              <a:solidFill>
                <a:srgbClr val="FFFFFF"/>
              </a:solidFill>
              <a:latin typeface="Noto Sans Symbols"/>
              <a:ea typeface="Noto Sans Symbols"/>
              <a:cs typeface="Noto Sans Symbols"/>
              <a:sym typeface="Noto Sans Symbols"/>
            </a:endParaRPr>
          </a:p>
        </p:txBody>
      </p:sp>
      <p:sp>
        <p:nvSpPr>
          <p:cNvPr id="1076" name="Google Shape;1076;p34"/>
          <p:cNvSpPr/>
          <p:nvPr/>
        </p:nvSpPr>
        <p:spPr>
          <a:xfrm>
            <a:off x="619200" y="1905120"/>
            <a:ext cx="7905240" cy="137124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b="0" lang="en-US" sz="1480" u="none" strike="noStrike">
                <a:solidFill>
                  <a:srgbClr val="FFFFFF"/>
                </a:solidFill>
                <a:latin typeface="PT Sans"/>
                <a:ea typeface="PT Sans"/>
                <a:cs typeface="PT Sans"/>
                <a:sym typeface="PT Sans"/>
              </a:rPr>
              <a:t>Effective planning yields clearer scope, reduced risk, and predictable delivery timelines.</a:t>
            </a:r>
            <a:endParaRPr b="0" sz="1480" u="none" strike="noStrike">
              <a:solidFill>
                <a:srgbClr val="FFFFFF"/>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t/>
            </a:r>
            <a:endParaRPr b="0" sz="1480" u="none" strike="noStrike">
              <a:solidFill>
                <a:srgbClr val="FFFFFF"/>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b="0" lang="en-US" sz="1480" u="none" strike="noStrike">
                <a:solidFill>
                  <a:srgbClr val="FFFFFF"/>
                </a:solidFill>
                <a:latin typeface="PT Sans"/>
                <a:ea typeface="PT Sans"/>
                <a:cs typeface="PT Sans"/>
                <a:sym typeface="PT Sans"/>
              </a:rPr>
              <a:t>Select Jira for advanced Agile control, Trello for visual simplicity, and Azure DevOps for a complete enterprise DevOps ecosystem.</a:t>
            </a:r>
            <a:endParaRPr b="0" sz="1480"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35"/>
          <p:cNvSpPr txBox="1"/>
          <p:nvPr>
            <p:ph type="title"/>
          </p:nvPr>
        </p:nvSpPr>
        <p:spPr>
          <a:xfrm>
            <a:off x="2333525" y="79925"/>
            <a:ext cx="4476300" cy="1262100"/>
          </a:xfrm>
          <a:prstGeom prst="rect">
            <a:avLst/>
          </a:prstGeom>
          <a:noFill/>
          <a:ln>
            <a:noFill/>
          </a:ln>
          <a:effectLst>
            <a:outerShdw blurRad="142920" rotWithShape="0">
              <a:srgbClr val="8FFFFF">
                <a:alpha val="40000"/>
              </a:srgbClr>
            </a:outerShdw>
          </a:effectLst>
        </p:spPr>
        <p:txBody>
          <a:bodyPr anchorCtr="0" anchor="ctr" bIns="91425" lIns="91425" spcFirstLastPara="1" rIns="91425" wrap="square" tIns="91425">
            <a:spAutoFit/>
          </a:bodyPr>
          <a:lstStyle/>
          <a:p>
            <a:pPr indent="0" lvl="0" marL="0" rtl="0" algn="ctr">
              <a:lnSpc>
                <a:spcPct val="100000"/>
              </a:lnSpc>
              <a:spcBef>
                <a:spcPts val="0"/>
              </a:spcBef>
              <a:spcAft>
                <a:spcPts val="0"/>
              </a:spcAft>
              <a:buClr>
                <a:schemeClr val="accent2"/>
              </a:buClr>
              <a:buSzPts val="7000"/>
              <a:buFont typeface="Exo"/>
              <a:buNone/>
            </a:pPr>
            <a:r>
              <a:rPr b="1" lang="en-US" sz="7000" u="none" strike="noStrike">
                <a:solidFill>
                  <a:schemeClr val="accent2"/>
                </a:solidFill>
                <a:latin typeface="Exo"/>
                <a:ea typeface="Exo"/>
                <a:cs typeface="Exo"/>
                <a:sym typeface="Exo"/>
              </a:rPr>
              <a:t>Thanks!</a:t>
            </a:r>
            <a:endParaRPr b="0" sz="7000" u="none" strike="noStrike">
              <a:solidFill>
                <a:schemeClr val="dk1"/>
              </a:solidFill>
              <a:latin typeface="Arial"/>
              <a:ea typeface="Arial"/>
              <a:cs typeface="Arial"/>
              <a:sym typeface="Arial"/>
            </a:endParaRPr>
          </a:p>
        </p:txBody>
      </p:sp>
      <p:sp>
        <p:nvSpPr>
          <p:cNvPr id="1082" name="Google Shape;1082;p35"/>
          <p:cNvSpPr txBox="1"/>
          <p:nvPr>
            <p:ph idx="1" type="subTitle"/>
          </p:nvPr>
        </p:nvSpPr>
        <p:spPr>
          <a:xfrm>
            <a:off x="2288800" y="1666800"/>
            <a:ext cx="6246300" cy="805500"/>
          </a:xfrm>
          <a:prstGeom prst="rect">
            <a:avLst/>
          </a:prstGeom>
          <a:noFill/>
          <a:ln>
            <a:noFill/>
          </a:ln>
          <a:effectLst>
            <a:outerShdw blurRad="142920" rotWithShape="0">
              <a:srgbClr val="8FFFFF">
                <a:alpha val="4000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lt1"/>
              </a:buClr>
              <a:buSzPts val="1800"/>
              <a:buFont typeface="PT Sans"/>
              <a:buNone/>
            </a:pPr>
            <a:r>
              <a:rPr b="1" i="0" lang="en-US" sz="1800" u="none" cap="none" strike="noStrike">
                <a:solidFill>
                  <a:schemeClr val="lt1"/>
                </a:solidFill>
                <a:latin typeface="PT Sans"/>
                <a:ea typeface="PT Sans"/>
                <a:cs typeface="PT Sans"/>
                <a:sym typeface="PT Sans"/>
              </a:rPr>
              <a:t>Do you have any questions?</a:t>
            </a:r>
            <a:endParaRPr b="0" i="0" sz="1800" u="none" cap="none" strike="noStrike">
              <a:solidFill>
                <a:srgbClr val="FFFFFF"/>
              </a:solidFill>
              <a:latin typeface="Noto Sans Symbols"/>
              <a:ea typeface="Noto Sans Symbols"/>
              <a:cs typeface="Noto Sans Symbols"/>
              <a:sym typeface="Noto Sans Symbols"/>
            </a:endParaRPr>
          </a:p>
          <a:p>
            <a:pPr indent="0" lvl="0" marL="0" marR="0" rtl="0" algn="ctr">
              <a:lnSpc>
                <a:spcPct val="100000"/>
              </a:lnSpc>
              <a:spcBef>
                <a:spcPts val="1001"/>
              </a:spcBef>
              <a:spcAft>
                <a:spcPts val="0"/>
              </a:spcAft>
              <a:buClr>
                <a:schemeClr val="lt1"/>
              </a:buClr>
              <a:buSzPts val="1400"/>
              <a:buFont typeface="PT Sans"/>
              <a:buNone/>
            </a:pPr>
            <a:r>
              <a:t/>
            </a:r>
            <a:endParaRPr b="0" i="0" sz="1400" u="none" cap="none" strike="noStrike">
              <a:solidFill>
                <a:srgbClr val="FFFFFF"/>
              </a:solidFill>
              <a:latin typeface="Noto Sans Symbols"/>
              <a:ea typeface="Noto Sans Symbols"/>
              <a:cs typeface="Noto Sans Symbols"/>
              <a:sym typeface="Noto Sans Symbols"/>
            </a:endParaRPr>
          </a:p>
        </p:txBody>
      </p:sp>
      <p:sp>
        <p:nvSpPr>
          <p:cNvPr id="1083" name="Google Shape;1083;p35"/>
          <p:cNvSpPr txBox="1"/>
          <p:nvPr>
            <p:ph idx="2" type="subTitle"/>
          </p:nvPr>
        </p:nvSpPr>
        <p:spPr>
          <a:xfrm>
            <a:off x="2790720" y="4133880"/>
            <a:ext cx="3571500" cy="369300"/>
          </a:xfrm>
          <a:prstGeom prst="rect">
            <a:avLst/>
          </a:prstGeom>
          <a:noFill/>
          <a:ln>
            <a:noFill/>
          </a:ln>
          <a:effectLst>
            <a:outerShdw blurRad="142920" rotWithShape="0">
              <a:srgbClr val="8FFFFF">
                <a:alpha val="4000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lt1"/>
              </a:buClr>
              <a:buSzPts val="1200"/>
              <a:buFont typeface="PT Sans"/>
              <a:buNone/>
            </a:pPr>
            <a:r>
              <a:t/>
            </a:r>
            <a:endParaRPr b="0" i="0" sz="1200" u="none" cap="none" strike="noStrike">
              <a:solidFill>
                <a:srgbClr val="FFFFFF"/>
              </a:solidFill>
              <a:latin typeface="Noto Sans Symbols"/>
              <a:ea typeface="Noto Sans Symbols"/>
              <a:cs typeface="Noto Sans Symbols"/>
              <a:sym typeface="Noto Sans Symbols"/>
            </a:endParaRPr>
          </a:p>
        </p:txBody>
      </p:sp>
      <p:grpSp>
        <p:nvGrpSpPr>
          <p:cNvPr id="1084" name="Google Shape;1084;p35"/>
          <p:cNvGrpSpPr/>
          <p:nvPr/>
        </p:nvGrpSpPr>
        <p:grpSpPr>
          <a:xfrm>
            <a:off x="7077420" y="2284020"/>
            <a:ext cx="241560" cy="882720"/>
            <a:chOff x="7077420" y="2284020"/>
            <a:chExt cx="241560" cy="882720"/>
          </a:xfrm>
        </p:grpSpPr>
        <p:sp>
          <p:nvSpPr>
            <p:cNvPr id="1085" name="Google Shape;1085;p35"/>
            <p:cNvSpPr/>
            <p:nvPr/>
          </p:nvSpPr>
          <p:spPr>
            <a:xfrm rot="-5400000">
              <a:off x="7122240" y="297000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86" name="Google Shape;1086;p35"/>
            <p:cNvSpPr/>
            <p:nvPr/>
          </p:nvSpPr>
          <p:spPr>
            <a:xfrm rot="-5400000">
              <a:off x="7122960" y="282312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87" name="Google Shape;1087;p35"/>
            <p:cNvSpPr/>
            <p:nvPr/>
          </p:nvSpPr>
          <p:spPr>
            <a:xfrm rot="-5400000">
              <a:off x="7122960" y="267696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88" name="Google Shape;1088;p35"/>
            <p:cNvSpPr/>
            <p:nvPr/>
          </p:nvSpPr>
          <p:spPr>
            <a:xfrm rot="-5400000">
              <a:off x="7122960" y="253080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89" name="Google Shape;1089;p35"/>
            <p:cNvSpPr/>
            <p:nvPr/>
          </p:nvSpPr>
          <p:spPr>
            <a:xfrm rot="-5400000">
              <a:off x="7122960" y="23846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90" name="Google Shape;1090;p35"/>
            <p:cNvSpPr/>
            <p:nvPr/>
          </p:nvSpPr>
          <p:spPr>
            <a:xfrm rot="-5400000">
              <a:off x="7122960" y="223848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091" name="Google Shape;1091;p35"/>
          <p:cNvGrpSpPr/>
          <p:nvPr/>
        </p:nvGrpSpPr>
        <p:grpSpPr>
          <a:xfrm>
            <a:off x="7078680" y="3922200"/>
            <a:ext cx="552240" cy="98640"/>
            <a:chOff x="7078680" y="3922200"/>
            <a:chExt cx="552240" cy="98640"/>
          </a:xfrm>
        </p:grpSpPr>
        <p:sp>
          <p:nvSpPr>
            <p:cNvPr id="1092" name="Google Shape;1092;p35"/>
            <p:cNvSpPr/>
            <p:nvPr/>
          </p:nvSpPr>
          <p:spPr>
            <a:xfrm rot="5400000">
              <a:off x="7532280" y="392220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93" name="Google Shape;1093;p35"/>
            <p:cNvSpPr/>
            <p:nvPr/>
          </p:nvSpPr>
          <p:spPr>
            <a:xfrm rot="5400000">
              <a:off x="7558920" y="394920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94" name="Google Shape;1094;p35"/>
            <p:cNvSpPr/>
            <p:nvPr/>
          </p:nvSpPr>
          <p:spPr>
            <a:xfrm rot="5400000">
              <a:off x="7078680" y="392508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95" name="Google Shape;1095;p35"/>
            <p:cNvSpPr/>
            <p:nvPr/>
          </p:nvSpPr>
          <p:spPr>
            <a:xfrm rot="5400000">
              <a:off x="7102440" y="394920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96" name="Google Shape;1096;p35"/>
            <p:cNvSpPr/>
            <p:nvPr/>
          </p:nvSpPr>
          <p:spPr>
            <a:xfrm rot="5400000">
              <a:off x="7354440" y="378648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097" name="Google Shape;1097;p35"/>
          <p:cNvGrpSpPr/>
          <p:nvPr/>
        </p:nvGrpSpPr>
        <p:grpSpPr>
          <a:xfrm>
            <a:off x="1819620" y="1188900"/>
            <a:ext cx="241560" cy="882720"/>
            <a:chOff x="1819620" y="1188900"/>
            <a:chExt cx="241560" cy="882720"/>
          </a:xfrm>
        </p:grpSpPr>
        <p:sp>
          <p:nvSpPr>
            <p:cNvPr id="1098" name="Google Shape;1098;p35"/>
            <p:cNvSpPr/>
            <p:nvPr/>
          </p:nvSpPr>
          <p:spPr>
            <a:xfrm rot="5400000">
              <a:off x="1864440" y="1144080"/>
              <a:ext cx="151920" cy="241560"/>
            </a:xfrm>
            <a:custGeom>
              <a:rect b="b" l="l" r="r" t="t"/>
              <a:pathLst>
                <a:path extrusionOk="0" h="24945" w="15684">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99" name="Google Shape;1099;p35"/>
            <p:cNvSpPr/>
            <p:nvPr/>
          </p:nvSpPr>
          <p:spPr>
            <a:xfrm rot="5400000">
              <a:off x="1865160" y="1290960"/>
              <a:ext cx="150480" cy="241560"/>
            </a:xfrm>
            <a:custGeom>
              <a:rect b="b" l="l" r="r" t="t"/>
              <a:pathLst>
                <a:path extrusionOk="0" h="24945" w="15561">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0" name="Google Shape;1100;p35"/>
            <p:cNvSpPr/>
            <p:nvPr/>
          </p:nvSpPr>
          <p:spPr>
            <a:xfrm rot="5400000">
              <a:off x="1865160" y="1437120"/>
              <a:ext cx="150480" cy="241560"/>
            </a:xfrm>
            <a:custGeom>
              <a:rect b="b" l="l" r="r" t="t"/>
              <a:pathLst>
                <a:path extrusionOk="0" h="24945" w="1556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1" name="Google Shape;1101;p35"/>
            <p:cNvSpPr/>
            <p:nvPr/>
          </p:nvSpPr>
          <p:spPr>
            <a:xfrm rot="5400000">
              <a:off x="1865160" y="158328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2" name="Google Shape;1102;p35"/>
            <p:cNvSpPr/>
            <p:nvPr/>
          </p:nvSpPr>
          <p:spPr>
            <a:xfrm rot="5400000">
              <a:off x="1865160" y="1729440"/>
              <a:ext cx="150480" cy="241560"/>
            </a:xfrm>
            <a:custGeom>
              <a:rect b="b" l="l" r="r" t="t"/>
              <a:pathLst>
                <a:path extrusionOk="0" h="24945" w="1556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3" name="Google Shape;1103;p35"/>
            <p:cNvSpPr/>
            <p:nvPr/>
          </p:nvSpPr>
          <p:spPr>
            <a:xfrm rot="5400000">
              <a:off x="1865160" y="1875600"/>
              <a:ext cx="150480" cy="241560"/>
            </a:xfrm>
            <a:custGeom>
              <a:rect b="b" l="l" r="r" t="t"/>
              <a:pathLst>
                <a:path extrusionOk="0" h="24945" w="1556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104" name="Google Shape;1104;p35"/>
          <p:cNvGrpSpPr/>
          <p:nvPr/>
        </p:nvGrpSpPr>
        <p:grpSpPr>
          <a:xfrm>
            <a:off x="1854720" y="3021840"/>
            <a:ext cx="552600" cy="98640"/>
            <a:chOff x="1854720" y="3021840"/>
            <a:chExt cx="552600" cy="98640"/>
          </a:xfrm>
        </p:grpSpPr>
        <p:sp>
          <p:nvSpPr>
            <p:cNvPr id="1105" name="Google Shape;1105;p35"/>
            <p:cNvSpPr/>
            <p:nvPr/>
          </p:nvSpPr>
          <p:spPr>
            <a:xfrm rot="5400000">
              <a:off x="2308680" y="3021840"/>
              <a:ext cx="98640" cy="98640"/>
            </a:xfrm>
            <a:custGeom>
              <a:rect b="b" l="l" r="r" t="t"/>
              <a:pathLst>
                <a:path extrusionOk="0" fill="none" h="3174" w="3174">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cap="rnd" cmpd="sng" w="19050">
              <a:solidFill>
                <a:srgbClr val="95FFAE"/>
              </a:solidFill>
              <a:prstDash val="solid"/>
              <a:round/>
              <a:headEnd len="sm" w="sm" type="none"/>
              <a:tailEnd len="sm" w="sm" type="none"/>
            </a:ln>
          </p:spPr>
          <p:txBody>
            <a:bodyPr anchorCtr="0" anchor="ctr" bIns="49300" lIns="91425" spcFirstLastPara="1" rIns="91425" wrap="square" tIns="49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06" name="Google Shape;1106;p35"/>
            <p:cNvSpPr/>
            <p:nvPr/>
          </p:nvSpPr>
          <p:spPr>
            <a:xfrm rot="5400000">
              <a:off x="2334960" y="3048840"/>
              <a:ext cx="46080" cy="42840"/>
            </a:xfrm>
            <a:custGeom>
              <a:rect b="b" l="l" r="r" t="t"/>
              <a:pathLst>
                <a:path extrusionOk="0" h="1383" w="1488">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7" name="Google Shape;1107;p35"/>
            <p:cNvSpPr/>
            <p:nvPr/>
          </p:nvSpPr>
          <p:spPr>
            <a:xfrm rot="5400000">
              <a:off x="1854720" y="3025080"/>
              <a:ext cx="91440" cy="91440"/>
            </a:xfrm>
            <a:custGeom>
              <a:rect b="b" l="l" r="r" t="t"/>
              <a:pathLst>
                <a:path extrusionOk="0" fill="none" h="2951" w="2951">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cap="rnd" cmpd="sng" w="19050">
              <a:solidFill>
                <a:srgbClr val="95FF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08" name="Google Shape;1108;p35"/>
            <p:cNvSpPr/>
            <p:nvPr/>
          </p:nvSpPr>
          <p:spPr>
            <a:xfrm rot="5400000">
              <a:off x="1878480" y="3048840"/>
              <a:ext cx="42840" cy="42840"/>
            </a:xfrm>
            <a:custGeom>
              <a:rect b="b" l="l" r="r" t="t"/>
              <a:pathLst>
                <a:path extrusionOk="0" h="1389" w="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9" name="Google Shape;1109;p35"/>
            <p:cNvSpPr/>
            <p:nvPr/>
          </p:nvSpPr>
          <p:spPr>
            <a:xfrm rot="5400000">
              <a:off x="2130480" y="2886480"/>
              <a:ext cx="360" cy="358200"/>
            </a:xfrm>
            <a:custGeom>
              <a:rect b="b" l="l" r="r" t="t"/>
              <a:pathLst>
                <a:path extrusionOk="0" fill="none" h="11504" w="1">
                  <a:moveTo>
                    <a:pt x="0" y="11503"/>
                  </a:moveTo>
                  <a:lnTo>
                    <a:pt x="0" y="1"/>
                  </a:lnTo>
                </a:path>
              </a:pathLst>
            </a:custGeom>
            <a:noFill/>
            <a:ln cap="rnd" cmpd="sng" w="19050">
              <a:solidFill>
                <a:srgbClr val="95FF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